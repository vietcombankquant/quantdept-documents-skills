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1015" r:id="rId5"/>
    <p:sldId id="1034" r:id="rId6"/>
    <p:sldId id="1017" r:id="rId7"/>
    <p:sldId id="1018" r:id="rId8"/>
    <p:sldId id="1019" r:id="rId9"/>
    <p:sldId id="1020" r:id="rId10"/>
    <p:sldId id="1021" r:id="rId11"/>
    <p:sldId id="1022" r:id="rId12"/>
    <p:sldId id="1023" r:id="rId13"/>
    <p:sldId id="1024" r:id="rId14"/>
    <p:sldId id="1033" r:id="rId15"/>
    <p:sldId id="1026" r:id="rId16"/>
    <p:sldId id="1027" r:id="rId17"/>
    <p:sldId id="1035" r:id="rId18"/>
    <p:sldId id="1036" r:id="rId19"/>
    <p:sldId id="1037" r:id="rId20"/>
    <p:sldId id="103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9A1007-152E-8962-584F-2A3E86F0DD0E}" name="BUI DUC MINH (Quant Department - HO)" initials="B" userId="S::minhbd.ho@vietcombank.com.vn::af26492d-e9be-44fc-95b7-cec92febb45a" providerId="AD"/>
  <p188:author id="{0C587C45-0D5C-69E5-1E1B-DE832D88C095}" name="NGUYEN DOAN TIEN DAT (Quant Department - HO)" initials="N" userId="S::datndt.ho@vietcombank.com.vn::81eed289-c9ed-423a-9c07-455eb9e4c397" providerId="AD"/>
  <p188:author id="{76CF296E-4F3A-5573-D20F-39D3D3B1DAF8}" name="BUI DUC MINH (Quant Department - HO)" initials="BDM(DH" userId="S::MINHBD.HO@VIETCOMBANK.COM.VN::af26492d-e9be-44fc-95b7-cec92febb45a" providerId="AD"/>
  <p188:author id="{30B44585-EB55-DAD2-8818-33FE341EF1BD}" name="Minh Bui" initials="MB" userId="081f1aea31a8648b" providerId="Windows Live"/>
  <p188:author id="{3880FAC2-3DDB-9972-91D1-42D336EEF7E1}" name="Le Thi Nhu Quynh" initials="LTNQ" userId="Le Thi Nhu Quynh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 THI NHU QUYNH (Quant Team - HO)" initials="LTNQ(T-H" lastIdx="126" clrIdx="0">
    <p:extLst>
      <p:ext uri="{19B8F6BF-5375-455C-9EA6-DF929625EA0E}">
        <p15:presenceInfo xmlns:p15="http://schemas.microsoft.com/office/powerpoint/2012/main" userId="S-1-5-21-4156598242-3959149302-4045164522-92048" providerId="AD"/>
      </p:ext>
    </p:extLst>
  </p:cmAuthor>
  <p:cmAuthor id="2" name="NGUYEN THE NINH (Credit Risk Management - HO)" initials="NTN(RM-H" lastIdx="23" clrIdx="1">
    <p:extLst>
      <p:ext uri="{19B8F6BF-5375-455C-9EA6-DF929625EA0E}">
        <p15:presenceInfo xmlns:p15="http://schemas.microsoft.com/office/powerpoint/2012/main" userId="S-1-5-21-4156598242-3959149302-4045164522-42208" providerId="AD"/>
      </p:ext>
    </p:extLst>
  </p:cmAuthor>
  <p:cmAuthor id="3" name="Le Thi Nhu Quynh" initials="LTNQ" lastIdx="10" clrIdx="2">
    <p:extLst>
      <p:ext uri="{19B8F6BF-5375-455C-9EA6-DF929625EA0E}">
        <p15:presenceInfo xmlns:p15="http://schemas.microsoft.com/office/powerpoint/2012/main" userId="Le Thi Nhu Quynh" providerId="None"/>
      </p:ext>
    </p:extLst>
  </p:cmAuthor>
  <p:cmAuthor id="4" name="Ninh Nguyễn Thế" initials="NNT" lastIdx="9" clrIdx="3">
    <p:extLst>
      <p:ext uri="{19B8F6BF-5375-455C-9EA6-DF929625EA0E}">
        <p15:presenceInfo xmlns:p15="http://schemas.microsoft.com/office/powerpoint/2012/main" userId="33f67cc1f65726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7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23CC5-B0D5-45BB-93C7-D3B4801C45D3}" v="2" dt="2024-05-07T01:53:23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47"/>
  </p:normalViewPr>
  <p:slideViewPr>
    <p:cSldViewPr snapToGrid="0">
      <p:cViewPr varScale="1">
        <p:scale>
          <a:sx n="112" d="100"/>
          <a:sy n="112" d="100"/>
        </p:scale>
        <p:origin x="224" y="10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I DUC MINH (Quant Department - HO)" userId="af26492d-e9be-44fc-95b7-cec92febb45a" providerId="ADAL" clId="{41D23CC5-B0D5-45BB-93C7-D3B4801C45D3}"/>
    <pc:docChg chg="undo custSel modSld modMainMaster">
      <pc:chgData name="BUI DUC MINH (Quant Department - HO)" userId="af26492d-e9be-44fc-95b7-cec92febb45a" providerId="ADAL" clId="{41D23CC5-B0D5-45BB-93C7-D3B4801C45D3}" dt="2024-05-07T01:59:26.183" v="121" actId="207"/>
      <pc:docMkLst>
        <pc:docMk/>
      </pc:docMkLst>
      <pc:sldChg chg="modSp mod">
        <pc:chgData name="BUI DUC MINH (Quant Department - HO)" userId="af26492d-e9be-44fc-95b7-cec92febb45a" providerId="ADAL" clId="{41D23CC5-B0D5-45BB-93C7-D3B4801C45D3}" dt="2024-04-11T01:28:50.647" v="108" actId="20577"/>
        <pc:sldMkLst>
          <pc:docMk/>
          <pc:sldMk cId="3715214073" sldId="403"/>
        </pc:sldMkLst>
        <pc:graphicFrameChg chg="modGraphic">
          <ac:chgData name="BUI DUC MINH (Quant Department - HO)" userId="af26492d-e9be-44fc-95b7-cec92febb45a" providerId="ADAL" clId="{41D23CC5-B0D5-45BB-93C7-D3B4801C45D3}" dt="2024-04-11T01:28:50.647" v="108" actId="20577"/>
          <ac:graphicFrameMkLst>
            <pc:docMk/>
            <pc:sldMk cId="3715214073" sldId="403"/>
            <ac:graphicFrameMk id="9" creationId="{00000000-0000-0000-0000-000000000000}"/>
          </ac:graphicFrameMkLst>
        </pc:graphicFrameChg>
      </pc:sldChg>
      <pc:sldChg chg="modNotesTx">
        <pc:chgData name="BUI DUC MINH (Quant Department - HO)" userId="af26492d-e9be-44fc-95b7-cec92febb45a" providerId="ADAL" clId="{41D23CC5-B0D5-45BB-93C7-D3B4801C45D3}" dt="2024-04-10T10:34:03.466" v="0" actId="6549"/>
        <pc:sldMkLst>
          <pc:docMk/>
          <pc:sldMk cId="2643182970" sldId="405"/>
        </pc:sldMkLst>
      </pc:sldChg>
      <pc:sldChg chg="modNotesTx">
        <pc:chgData name="BUI DUC MINH (Quant Department - HO)" userId="af26492d-e9be-44fc-95b7-cec92febb45a" providerId="ADAL" clId="{41D23CC5-B0D5-45BB-93C7-D3B4801C45D3}" dt="2024-04-10T10:34:30.493" v="3" actId="6549"/>
        <pc:sldMkLst>
          <pc:docMk/>
          <pc:sldMk cId="673487028" sldId="955"/>
        </pc:sldMkLst>
      </pc:sldChg>
      <pc:sldChg chg="setBg">
        <pc:chgData name="BUI DUC MINH (Quant Department - HO)" userId="af26492d-e9be-44fc-95b7-cec92febb45a" providerId="ADAL" clId="{41D23CC5-B0D5-45BB-93C7-D3B4801C45D3}" dt="2024-05-07T01:53:23.792" v="120"/>
        <pc:sldMkLst>
          <pc:docMk/>
          <pc:sldMk cId="2789279778" sldId="1006"/>
        </pc:sldMkLst>
      </pc:sldChg>
      <pc:sldChg chg="modSp mod delCm modNotesTx">
        <pc:chgData name="BUI DUC MINH (Quant Department - HO)" userId="af26492d-e9be-44fc-95b7-cec92febb45a" providerId="ADAL" clId="{41D23CC5-B0D5-45BB-93C7-D3B4801C45D3}" dt="2024-04-11T01:44:26.969" v="118" actId="20577"/>
        <pc:sldMkLst>
          <pc:docMk/>
          <pc:sldMk cId="2187309609" sldId="1014"/>
        </pc:sldMkLst>
        <pc:graphicFrameChg chg="modGraphic">
          <ac:chgData name="BUI DUC MINH (Quant Department - HO)" userId="af26492d-e9be-44fc-95b7-cec92febb45a" providerId="ADAL" clId="{41D23CC5-B0D5-45BB-93C7-D3B4801C45D3}" dt="2024-04-11T01:44:26.969" v="118" actId="20577"/>
          <ac:graphicFrameMkLst>
            <pc:docMk/>
            <pc:sldMk cId="2187309609" sldId="1014"/>
            <ac:graphicFrameMk id="2" creationId="{B0CBA78F-A55A-F1B3-9E79-69CB0E7872A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BUI DUC MINH (Quant Department - HO)" userId="af26492d-e9be-44fc-95b7-cec92febb45a" providerId="ADAL" clId="{41D23CC5-B0D5-45BB-93C7-D3B4801C45D3}" dt="2024-04-10T10:34:13.593" v="2"/>
              <pc2:cmMkLst xmlns:pc2="http://schemas.microsoft.com/office/powerpoint/2019/9/main/command">
                <pc:docMk/>
                <pc:sldMk cId="2187309609" sldId="1014"/>
                <pc2:cmMk id="{6BD59C9B-0C96-4D6D-8CC3-F0C8DFAD6794}"/>
              </pc2:cmMkLst>
            </pc226:cmChg>
          </p:ext>
        </pc:extLst>
      </pc:sldChg>
      <pc:sldMasterChg chg="modSldLayout">
        <pc:chgData name="BUI DUC MINH (Quant Department - HO)" userId="af26492d-e9be-44fc-95b7-cec92febb45a" providerId="ADAL" clId="{41D23CC5-B0D5-45BB-93C7-D3B4801C45D3}" dt="2024-05-07T01:59:26.183" v="121" actId="207"/>
        <pc:sldMasterMkLst>
          <pc:docMk/>
          <pc:sldMasterMk cId="1435533039" sldId="2147483648"/>
        </pc:sldMasterMkLst>
        <pc:sldLayoutChg chg="modSp mod">
          <pc:chgData name="BUI DUC MINH (Quant Department - HO)" userId="af26492d-e9be-44fc-95b7-cec92febb45a" providerId="ADAL" clId="{41D23CC5-B0D5-45BB-93C7-D3B4801C45D3}" dt="2024-05-07T01:59:26.183" v="121" actId="207"/>
          <pc:sldLayoutMkLst>
            <pc:docMk/>
            <pc:sldMasterMk cId="1435533039" sldId="2147483648"/>
            <pc:sldLayoutMk cId="3860156463" sldId="2147483661"/>
          </pc:sldLayoutMkLst>
          <pc:spChg chg="mod">
            <ac:chgData name="BUI DUC MINH (Quant Department - HO)" userId="af26492d-e9be-44fc-95b7-cec92febb45a" providerId="ADAL" clId="{41D23CC5-B0D5-45BB-93C7-D3B4801C45D3}" dt="2024-05-07T01:59:26.183" v="121" actId="207"/>
            <ac:spMkLst>
              <pc:docMk/>
              <pc:sldMasterMk cId="1435533039" sldId="2147483648"/>
              <pc:sldLayoutMk cId="3860156463" sldId="2147483661"/>
              <ac:spMk id="3" creationId="{1B71BA8F-7826-496D-91F8-B3ECDF34DA73}"/>
            </ac:spMkLst>
          </pc:spChg>
        </pc:sldLayoutChg>
      </pc:sldMasterChg>
    </pc:docChg>
  </pc:docChgLst>
  <pc:docChgLst>
    <pc:chgData name="Nguyen Hong An (Quant Department - HO)" userId="cc0c333a-c550-46ad-bb57-3ca810ae626d" providerId="ADAL" clId="{2C35B293-6F92-45A0-A043-4221C777E05E}"/>
    <pc:docChg chg="undo redo custSel modSld">
      <pc:chgData name="Nguyen Hong An (Quant Department - HO)" userId="cc0c333a-c550-46ad-bb57-3ca810ae626d" providerId="ADAL" clId="{2C35B293-6F92-45A0-A043-4221C777E05E}" dt="2024-04-17T08:37:15.051" v="232" actId="1076"/>
      <pc:docMkLst>
        <pc:docMk/>
      </pc:docMkLst>
      <pc:sldChg chg="modSp mod modNotesTx">
        <pc:chgData name="Nguyen Hong An (Quant Department - HO)" userId="cc0c333a-c550-46ad-bb57-3ca810ae626d" providerId="ADAL" clId="{2C35B293-6F92-45A0-A043-4221C777E05E}" dt="2024-04-15T10:09:23.999" v="214" actId="6549"/>
        <pc:sldMkLst>
          <pc:docMk/>
          <pc:sldMk cId="1909672998" sldId="381"/>
        </pc:sldMkLst>
        <pc:spChg chg="mod">
          <ac:chgData name="Nguyen Hong An (Quant Department - HO)" userId="cc0c333a-c550-46ad-bb57-3ca810ae626d" providerId="ADAL" clId="{2C35B293-6F92-45A0-A043-4221C777E05E}" dt="2024-04-11T00:38:34.651" v="35" actId="1076"/>
          <ac:spMkLst>
            <pc:docMk/>
            <pc:sldMk cId="1909672998" sldId="381"/>
            <ac:spMk id="3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38:22.863" v="34" actId="1076"/>
          <ac:spMkLst>
            <pc:docMk/>
            <pc:sldMk cId="1909672998" sldId="381"/>
            <ac:spMk id="36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38:37.734" v="36" actId="1076"/>
          <ac:spMkLst>
            <pc:docMk/>
            <pc:sldMk cId="1909672998" sldId="381"/>
            <ac:spMk id="37" creationId="{00000000-0000-0000-0000-000000000000}"/>
          </ac:spMkLst>
        </pc:spChg>
        <pc:cxnChg chg="mod">
          <ac:chgData name="Nguyen Hong An (Quant Department - HO)" userId="cc0c333a-c550-46ad-bb57-3ca810ae626d" providerId="ADAL" clId="{2C35B293-6F92-45A0-A043-4221C777E05E}" dt="2024-04-11T00:41:47.355" v="41" actId="1076"/>
          <ac:cxnSpMkLst>
            <pc:docMk/>
            <pc:sldMk cId="1909672998" sldId="381"/>
            <ac:cxnSpMk id="30" creationId="{00000000-0000-0000-0000-000000000000}"/>
          </ac:cxnSpMkLst>
        </pc:cxnChg>
      </pc:sldChg>
      <pc:sldChg chg="modSp mod">
        <pc:chgData name="Nguyen Hong An (Quant Department - HO)" userId="cc0c333a-c550-46ad-bb57-3ca810ae626d" providerId="ADAL" clId="{2C35B293-6F92-45A0-A043-4221C777E05E}" dt="2024-04-11T00:58:44.812" v="189" actId="1076"/>
        <pc:sldMkLst>
          <pc:docMk/>
          <pc:sldMk cId="4229447363" sldId="438"/>
        </pc:sldMkLst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2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6" creationId="{9C9E397D-948C-4742-9896-4A7346C30193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8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9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10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11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12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44.812" v="189" actId="1076"/>
          <ac:spMkLst>
            <pc:docMk/>
            <pc:sldMk cId="4229447363" sldId="438"/>
            <ac:spMk id="13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1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32.546" v="187" actId="1076"/>
          <ac:spMkLst>
            <pc:docMk/>
            <pc:sldMk cId="4229447363" sldId="438"/>
            <ac:spMk id="17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19" creationId="{6D837425-878F-7DB3-19D2-12457364653C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21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28" creationId="{ADA55E7F-661F-4955-558E-4938CF1EB905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29" creationId="{0CD78F29-88C7-86B8-0CD7-0A2BA5593DC9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0" creationId="{6A71CF0B-E606-2C39-41CC-96B5D942CE35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4" creationId="{A2DBB722-028B-60C1-17AD-0CD1407D047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7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8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39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0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1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2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8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49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0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1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2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3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4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6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09.663" v="157" actId="1035"/>
          <ac:spMkLst>
            <pc:docMk/>
            <pc:sldMk cId="4229447363" sldId="438"/>
            <ac:spMk id="58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58:26.928" v="186" actId="14100"/>
          <ac:spMkLst>
            <pc:docMk/>
            <pc:sldMk cId="4229447363" sldId="438"/>
            <ac:spMk id="60" creationId="{00000000-0000-0000-0000-000000000000}"/>
          </ac:spMkLst>
        </pc:sp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14" creationId="{E8044250-B611-B607-4BD5-EEA749D16D9E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16" creationId="{59FE832E-0405-82D7-7193-23F276E6ACEF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18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0" creationId="{80BADD42-F23B-4F3C-D45B-C653FD4BCC3C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2" creationId="{3ED439B9-9E33-4802-71DC-9572188F747C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3" creationId="{F9DAD58D-53BE-CB1F-69CE-903902D22C2B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4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6" creationId="{BA273AA7-A847-1428-85CE-0621D791E194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27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31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32" creationId="{221ED8C2-3076-CAAD-8931-9262E96DC26D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33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35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57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59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61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8:09.663" v="157" actId="1035"/>
          <ac:cxnSpMkLst>
            <pc:docMk/>
            <pc:sldMk cId="4229447363" sldId="438"/>
            <ac:cxnSpMk id="63" creationId="{00000000-0000-0000-0000-000000000000}"/>
          </ac:cxnSpMkLst>
        </pc:cxnChg>
      </pc:sldChg>
      <pc:sldChg chg="modSp mod modNotesTx">
        <pc:chgData name="Nguyen Hong An (Quant Department - HO)" userId="cc0c333a-c550-46ad-bb57-3ca810ae626d" providerId="ADAL" clId="{2C35B293-6F92-45A0-A043-4221C777E05E}" dt="2024-04-16T02:23:02.610" v="216"/>
        <pc:sldMkLst>
          <pc:docMk/>
          <pc:sldMk cId="1149337350" sldId="455"/>
        </pc:sldMkLst>
        <pc:spChg chg="mod">
          <ac:chgData name="Nguyen Hong An (Quant Department - HO)" userId="cc0c333a-c550-46ad-bb57-3ca810ae626d" providerId="ADAL" clId="{2C35B293-6F92-45A0-A043-4221C777E05E}" dt="2024-04-16T02:23:02.610" v="216"/>
          <ac:spMkLst>
            <pc:docMk/>
            <pc:sldMk cId="1149337350" sldId="455"/>
            <ac:spMk id="5" creationId="{00000000-0000-0000-0000-000000000000}"/>
          </ac:spMkLst>
        </pc:spChg>
      </pc:sldChg>
      <pc:sldChg chg="modSp mod">
        <pc:chgData name="Nguyen Hong An (Quant Department - HO)" userId="cc0c333a-c550-46ad-bb57-3ca810ae626d" providerId="ADAL" clId="{2C35B293-6F92-45A0-A043-4221C777E05E}" dt="2024-04-17T08:37:15.051" v="232" actId="1076"/>
        <pc:sldMkLst>
          <pc:docMk/>
          <pc:sldMk cId="673487028" sldId="955"/>
        </pc:sldMkLst>
        <pc:spChg chg="mod">
          <ac:chgData name="Nguyen Hong An (Quant Department - HO)" userId="cc0c333a-c550-46ad-bb57-3ca810ae626d" providerId="ADAL" clId="{2C35B293-6F92-45A0-A043-4221C777E05E}" dt="2024-04-17T08:37:15.051" v="232" actId="1076"/>
          <ac:spMkLst>
            <pc:docMk/>
            <pc:sldMk cId="673487028" sldId="955"/>
            <ac:spMk id="47" creationId="{BDC68C5B-3C81-298F-B13B-6264E41B83E2}"/>
          </ac:spMkLst>
        </pc:spChg>
        <pc:spChg chg="mod">
          <ac:chgData name="Nguyen Hong An (Quant Department - HO)" userId="cc0c333a-c550-46ad-bb57-3ca810ae626d" providerId="ADAL" clId="{2C35B293-6F92-45A0-A043-4221C777E05E}" dt="2024-04-16T06:25:40.722" v="218" actId="20577"/>
          <ac:spMkLst>
            <pc:docMk/>
            <pc:sldMk cId="673487028" sldId="955"/>
            <ac:spMk id="53" creationId="{00000000-0000-0000-0000-000000000000}"/>
          </ac:spMkLst>
        </pc:spChg>
      </pc:sldChg>
      <pc:sldChg chg="modSp mod">
        <pc:chgData name="Nguyen Hong An (Quant Department - HO)" userId="cc0c333a-c550-46ad-bb57-3ca810ae626d" providerId="ADAL" clId="{2C35B293-6F92-45A0-A043-4221C777E05E}" dt="2024-04-11T00:37:24.720" v="33" actId="1076"/>
        <pc:sldMkLst>
          <pc:docMk/>
          <pc:sldMk cId="2789279778" sldId="1006"/>
        </pc:sldMkLst>
        <pc:graphicFrameChg chg="mod modGraphic">
          <ac:chgData name="Nguyen Hong An (Quant Department - HO)" userId="cc0c333a-c550-46ad-bb57-3ca810ae626d" providerId="ADAL" clId="{2C35B293-6F92-45A0-A043-4221C777E05E}" dt="2024-04-11T00:37:24.720" v="33" actId="1076"/>
          <ac:graphicFrameMkLst>
            <pc:docMk/>
            <pc:sldMk cId="2789279778" sldId="1006"/>
            <ac:graphicFrameMk id="3" creationId="{00000000-0000-0000-0000-000000000000}"/>
          </ac:graphicFrameMkLst>
        </pc:graphicFrameChg>
      </pc:sldChg>
      <pc:sldChg chg="addSp modSp mod">
        <pc:chgData name="Nguyen Hong An (Quant Department - HO)" userId="cc0c333a-c550-46ad-bb57-3ca810ae626d" providerId="ADAL" clId="{2C35B293-6F92-45A0-A043-4221C777E05E}" dt="2024-04-11T01:00:01.946" v="213" actId="1037"/>
        <pc:sldMkLst>
          <pc:docMk/>
          <pc:sldMk cId="861090689" sldId="1010"/>
        </pc:sldMkLst>
        <pc:spChg chg="mod">
          <ac:chgData name="Nguyen Hong An (Quant Department - HO)" userId="cc0c333a-c550-46ad-bb57-3ca810ae626d" providerId="ADAL" clId="{2C35B293-6F92-45A0-A043-4221C777E05E}" dt="2024-04-09T06:19:40.596" v="31" actId="554"/>
          <ac:spMkLst>
            <pc:docMk/>
            <pc:sldMk cId="861090689" sldId="1010"/>
            <ac:spMk id="2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2:26.338" v="55" actId="14100"/>
          <ac:spMkLst>
            <pc:docMk/>
            <pc:sldMk cId="861090689" sldId="1010"/>
            <ac:spMk id="7" creationId="{6B0B167D-97F1-6F25-36F0-2496C57C9E59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8" creationId="{FBA58192-3B4B-455C-AFB2-1712C435BDAF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9" creationId="{FBA58192-3B4B-455C-AFB2-1712C435BDAF}"/>
          </ac:spMkLst>
        </pc:spChg>
        <pc:spChg chg="mod">
          <ac:chgData name="Nguyen Hong An (Quant Department - HO)" userId="cc0c333a-c550-46ad-bb57-3ca810ae626d" providerId="ADAL" clId="{2C35B293-6F92-45A0-A043-4221C777E05E}" dt="2024-04-11T00:45:53.194" v="124" actId="1076"/>
          <ac:spMkLst>
            <pc:docMk/>
            <pc:sldMk cId="861090689" sldId="1010"/>
            <ac:spMk id="10" creationId="{00000000-0000-0000-0000-000000000000}"/>
          </ac:spMkLst>
        </pc:spChg>
        <pc:spChg chg="add 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16" creationId="{B033E406-AD60-B6F4-C245-E1405EF34E55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4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56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57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58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0:46:06.857" v="134" actId="1035"/>
          <ac:spMkLst>
            <pc:docMk/>
            <pc:sldMk cId="861090689" sldId="1010"/>
            <ac:spMk id="75" creationId="{00000000-0000-0000-0000-000000000000}"/>
          </ac:spMkLst>
        </pc:spChg>
        <pc:spChg chg="mod">
          <ac:chgData name="Nguyen Hong An (Quant Department - HO)" userId="cc0c333a-c550-46ad-bb57-3ca810ae626d" providerId="ADAL" clId="{2C35B293-6F92-45A0-A043-4221C777E05E}" dt="2024-04-11T01:00:01.946" v="213" actId="1037"/>
          <ac:spMkLst>
            <pc:docMk/>
            <pc:sldMk cId="861090689" sldId="1010"/>
            <ac:spMk id="105" creationId="{00000000-0000-0000-0000-000000000000}"/>
          </ac:spMkLst>
        </pc:spChg>
        <pc:cxnChg chg="mod">
          <ac:chgData name="Nguyen Hong An (Quant Department - HO)" userId="cc0c333a-c550-46ad-bb57-3ca810ae626d" providerId="ADAL" clId="{2C35B293-6F92-45A0-A043-4221C777E05E}" dt="2024-04-11T00:46:06.857" v="134" actId="1035"/>
          <ac:cxnSpMkLst>
            <pc:docMk/>
            <pc:sldMk cId="861090689" sldId="1010"/>
            <ac:cxnSpMk id="11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46:06.857" v="134" actId="1035"/>
          <ac:cxnSpMkLst>
            <pc:docMk/>
            <pc:sldMk cId="861090689" sldId="1010"/>
            <ac:cxnSpMk id="13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9:46.100" v="207" actId="14100"/>
          <ac:cxnSpMkLst>
            <pc:docMk/>
            <pc:sldMk cId="861090689" sldId="1010"/>
            <ac:cxnSpMk id="97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46:06.857" v="134" actId="1035"/>
          <ac:cxnSpMkLst>
            <pc:docMk/>
            <pc:sldMk cId="861090689" sldId="1010"/>
            <ac:cxnSpMk id="99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59:42.390" v="206" actId="14100"/>
          <ac:cxnSpMkLst>
            <pc:docMk/>
            <pc:sldMk cId="861090689" sldId="1010"/>
            <ac:cxnSpMk id="101" creationId="{00000000-0000-0000-0000-000000000000}"/>
          </ac:cxnSpMkLst>
        </pc:cxnChg>
        <pc:cxnChg chg="mod">
          <ac:chgData name="Nguyen Hong An (Quant Department - HO)" userId="cc0c333a-c550-46ad-bb57-3ca810ae626d" providerId="ADAL" clId="{2C35B293-6F92-45A0-A043-4221C777E05E}" dt="2024-04-11T00:46:06.857" v="134" actId="1035"/>
          <ac:cxnSpMkLst>
            <pc:docMk/>
            <pc:sldMk cId="861090689" sldId="1010"/>
            <ac:cxnSpMk id="155" creationId="{00000000-0000-0000-0000-000000000000}"/>
          </ac:cxnSpMkLst>
        </pc:cxnChg>
      </pc:sldChg>
      <pc:sldChg chg="modSp mod">
        <pc:chgData name="Nguyen Hong An (Quant Department - HO)" userId="cc0c333a-c550-46ad-bb57-3ca810ae626d" providerId="ADAL" clId="{2C35B293-6F92-45A0-A043-4221C777E05E}" dt="2024-04-11T00:44:08.572" v="93" actId="20577"/>
        <pc:sldMkLst>
          <pc:docMk/>
          <pc:sldMk cId="3077503925" sldId="1012"/>
        </pc:sldMkLst>
        <pc:spChg chg="mod">
          <ac:chgData name="Nguyen Hong An (Quant Department - HO)" userId="cc0c333a-c550-46ad-bb57-3ca810ae626d" providerId="ADAL" clId="{2C35B293-6F92-45A0-A043-4221C777E05E}" dt="2024-04-11T00:44:08.572" v="93" actId="20577"/>
          <ac:spMkLst>
            <pc:docMk/>
            <pc:sldMk cId="3077503925" sldId="1012"/>
            <ac:spMk id="17" creationId="{00000000-0000-0000-0000-000000000000}"/>
          </ac:spMkLst>
        </pc:spChg>
      </pc:sldChg>
      <pc:sldChg chg="modSp mod">
        <pc:chgData name="Nguyen Hong An (Quant Department - HO)" userId="cc0c333a-c550-46ad-bb57-3ca810ae626d" providerId="ADAL" clId="{2C35B293-6F92-45A0-A043-4221C777E05E}" dt="2024-04-11T00:44:23.587" v="122" actId="14734"/>
        <pc:sldMkLst>
          <pc:docMk/>
          <pc:sldMk cId="946943452" sldId="1013"/>
        </pc:sldMkLst>
        <pc:graphicFrameChg chg="modGraphic">
          <ac:chgData name="Nguyen Hong An (Quant Department - HO)" userId="cc0c333a-c550-46ad-bb57-3ca810ae626d" providerId="ADAL" clId="{2C35B293-6F92-45A0-A043-4221C777E05E}" dt="2024-04-11T00:44:23.587" v="122" actId="14734"/>
          <ac:graphicFrameMkLst>
            <pc:docMk/>
            <pc:sldMk cId="946943452" sldId="1013"/>
            <ac:graphicFrameMk id="2" creationId="{B1057CE3-F8B0-DA1E-E95D-8C219484E460}"/>
          </ac:graphicFrameMkLst>
        </pc:graphicFrameChg>
      </pc:sldChg>
      <pc:sldChg chg="modSp mod">
        <pc:chgData name="Nguyen Hong An (Quant Department - HO)" userId="cc0c333a-c550-46ad-bb57-3ca810ae626d" providerId="ADAL" clId="{2C35B293-6F92-45A0-A043-4221C777E05E}" dt="2024-04-16T07:55:58.342" v="231" actId="1076"/>
        <pc:sldMkLst>
          <pc:docMk/>
          <pc:sldMk cId="2187309609" sldId="1014"/>
        </pc:sldMkLst>
        <pc:spChg chg="mod">
          <ac:chgData name="Nguyen Hong An (Quant Department - HO)" userId="cc0c333a-c550-46ad-bb57-3ca810ae626d" providerId="ADAL" clId="{2C35B293-6F92-45A0-A043-4221C777E05E}" dt="2024-04-16T07:46:22.602" v="225" actId="1076"/>
          <ac:spMkLst>
            <pc:docMk/>
            <pc:sldMk cId="2187309609" sldId="1014"/>
            <ac:spMk id="4" creationId="{547352CD-4293-A918-8001-FB4E3D6E7A0C}"/>
          </ac:spMkLst>
        </pc:spChg>
        <pc:spChg chg="mod">
          <ac:chgData name="Nguyen Hong An (Quant Department - HO)" userId="cc0c333a-c550-46ad-bb57-3ca810ae626d" providerId="ADAL" clId="{2C35B293-6F92-45A0-A043-4221C777E05E}" dt="2024-04-11T00:57:55.750" v="146" actId="1076"/>
          <ac:spMkLst>
            <pc:docMk/>
            <pc:sldMk cId="2187309609" sldId="1014"/>
            <ac:spMk id="16" creationId="{2A0E7CBE-73B6-82DE-75CB-B8D18D8D7512}"/>
          </ac:spMkLst>
        </pc:spChg>
        <pc:spChg chg="mod">
          <ac:chgData name="Nguyen Hong An (Quant Department - HO)" userId="cc0c333a-c550-46ad-bb57-3ca810ae626d" providerId="ADAL" clId="{2C35B293-6F92-45A0-A043-4221C777E05E}" dt="2024-04-16T07:42:00.358" v="222" actId="1076"/>
          <ac:spMkLst>
            <pc:docMk/>
            <pc:sldMk cId="2187309609" sldId="1014"/>
            <ac:spMk id="40" creationId="{FA8B4F92-599C-7B04-BC0B-3BC79315BCFD}"/>
          </ac:spMkLst>
        </pc:spChg>
        <pc:graphicFrameChg chg="mod modGraphic">
          <ac:chgData name="Nguyen Hong An (Quant Department - HO)" userId="cc0c333a-c550-46ad-bb57-3ca810ae626d" providerId="ADAL" clId="{2C35B293-6F92-45A0-A043-4221C777E05E}" dt="2024-04-16T07:55:58.342" v="231" actId="1076"/>
          <ac:graphicFrameMkLst>
            <pc:docMk/>
            <pc:sldMk cId="2187309609" sldId="1014"/>
            <ac:graphicFrameMk id="2" creationId="{B0CBA78F-A55A-F1B3-9E79-69CB0E7872A9}"/>
          </ac:graphicFrameMkLst>
        </pc:graphicFrameChg>
        <pc:picChg chg="mod">
          <ac:chgData name="Nguyen Hong An (Quant Department - HO)" userId="cc0c333a-c550-46ad-bb57-3ca810ae626d" providerId="ADAL" clId="{2C35B293-6F92-45A0-A043-4221C777E05E}" dt="2024-04-16T07:55:55.792" v="229" actId="1076"/>
          <ac:picMkLst>
            <pc:docMk/>
            <pc:sldMk cId="2187309609" sldId="1014"/>
            <ac:picMk id="18" creationId="{C3DB1BE7-ED88-4DFB-D7D4-04A41F0D419B}"/>
          </ac:picMkLst>
        </pc:picChg>
      </pc:sldChg>
    </pc:docChg>
  </pc:docChgLst>
  <pc:docChgLst>
    <pc:chgData name="NGUYEN THE NINH (Quant Department - HO)" userId="5f076227-dc21-4b66-87c7-481a38c9c9b6" providerId="ADAL" clId="{25729806-B906-4391-97A8-0D40B1E8AE6A}"/>
    <pc:docChg chg="undo custSel addSld delSld modSld">
      <pc:chgData name="NGUYEN THE NINH (Quant Department - HO)" userId="5f076227-dc21-4b66-87c7-481a38c9c9b6" providerId="ADAL" clId="{25729806-B906-4391-97A8-0D40B1E8AE6A}" dt="2024-04-11T01:09:25.912" v="4022" actId="1076"/>
      <pc:docMkLst>
        <pc:docMk/>
      </pc:docMkLst>
      <pc:sldChg chg="addSp delSp modSp mod">
        <pc:chgData name="NGUYEN THE NINH (Quant Department - HO)" userId="5f076227-dc21-4b66-87c7-481a38c9c9b6" providerId="ADAL" clId="{25729806-B906-4391-97A8-0D40B1E8AE6A}" dt="2024-04-11T00:53:09.126" v="2464" actId="1076"/>
        <pc:sldMkLst>
          <pc:docMk/>
          <pc:sldMk cId="3715214073" sldId="403"/>
        </pc:sldMkLst>
        <pc:spChg chg="add mod">
          <ac:chgData name="NGUYEN THE NINH (Quant Department - HO)" userId="5f076227-dc21-4b66-87c7-481a38c9c9b6" providerId="ADAL" clId="{25729806-B906-4391-97A8-0D40B1E8AE6A}" dt="2024-04-11T00:53:05.939" v="2463" actId="1076"/>
          <ac:spMkLst>
            <pc:docMk/>
            <pc:sldMk cId="3715214073" sldId="403"/>
            <ac:spMk id="2" creationId="{02C44456-3BA0-C8B7-C447-286579C9FDAB}"/>
          </ac:spMkLst>
        </pc:spChg>
        <pc:spChg chg="add mod">
          <ac:chgData name="NGUYEN THE NINH (Quant Department - HO)" userId="5f076227-dc21-4b66-87c7-481a38c9c9b6" providerId="ADAL" clId="{25729806-B906-4391-97A8-0D40B1E8AE6A}" dt="2024-04-11T00:53:09.126" v="2464" actId="1076"/>
          <ac:spMkLst>
            <pc:docMk/>
            <pc:sldMk cId="3715214073" sldId="403"/>
            <ac:spMk id="3" creationId="{85B1A3C7-23E6-8552-3BDD-796FE96C3414}"/>
          </ac:spMkLst>
        </pc:spChg>
        <pc:spChg chg="mod">
          <ac:chgData name="NGUYEN THE NINH (Quant Department - HO)" userId="5f076227-dc21-4b66-87c7-481a38c9c9b6" providerId="ADAL" clId="{25729806-B906-4391-97A8-0D40B1E8AE6A}" dt="2024-04-11T00:47:58.711" v="1657" actId="255"/>
          <ac:spMkLst>
            <pc:docMk/>
            <pc:sldMk cId="3715214073" sldId="403"/>
            <ac:spMk id="5" creationId="{BB1918E3-3E52-82D1-D507-A32905C39A0E}"/>
          </ac:spMkLst>
        </pc:spChg>
        <pc:spChg chg="del mod">
          <ac:chgData name="NGUYEN THE NINH (Quant Department - HO)" userId="5f076227-dc21-4b66-87c7-481a38c9c9b6" providerId="ADAL" clId="{25729806-B906-4391-97A8-0D40B1E8AE6A}" dt="2024-04-11T00:41:05.776" v="569"/>
          <ac:spMkLst>
            <pc:docMk/>
            <pc:sldMk cId="3715214073" sldId="403"/>
            <ac:spMk id="8" creationId="{E78FCF4A-E2D3-ABD8-DF37-4E44BC2D8EBE}"/>
          </ac:spMkLst>
        </pc:spChg>
        <pc:spChg chg="mod">
          <ac:chgData name="NGUYEN THE NINH (Quant Department - HO)" userId="5f076227-dc21-4b66-87c7-481a38c9c9b6" providerId="ADAL" clId="{25729806-B906-4391-97A8-0D40B1E8AE6A}" dt="2024-04-11T00:48:10.958" v="1659" actId="1076"/>
          <ac:spMkLst>
            <pc:docMk/>
            <pc:sldMk cId="3715214073" sldId="403"/>
            <ac:spMk id="10" creationId="{FAC5D26E-7EA0-C609-E40C-58B82687944A}"/>
          </ac:spMkLst>
        </pc:spChg>
        <pc:graphicFrameChg chg="mod modGraphic">
          <ac:chgData name="NGUYEN THE NINH (Quant Department - HO)" userId="5f076227-dc21-4b66-87c7-481a38c9c9b6" providerId="ADAL" clId="{25729806-B906-4391-97A8-0D40B1E8AE6A}" dt="2024-04-11T00:48:10.958" v="1659" actId="1076"/>
          <ac:graphicFrameMkLst>
            <pc:docMk/>
            <pc:sldMk cId="3715214073" sldId="403"/>
            <ac:graphicFrameMk id="9" creationId="{00000000-0000-0000-0000-000000000000}"/>
          </ac:graphicFrameMkLst>
        </pc:graphicFrameChg>
      </pc:sldChg>
      <pc:sldChg chg="modSp mod">
        <pc:chgData name="NGUYEN THE NINH (Quant Department - HO)" userId="5f076227-dc21-4b66-87c7-481a38c9c9b6" providerId="ADAL" clId="{25729806-B906-4391-97A8-0D40B1E8AE6A}" dt="2024-04-11T01:03:22.195" v="4016" actId="20577"/>
        <pc:sldMkLst>
          <pc:docMk/>
          <pc:sldMk cId="2643182970" sldId="405"/>
        </pc:sldMkLst>
        <pc:graphicFrameChg chg="modGraphic">
          <ac:chgData name="NGUYEN THE NINH (Quant Department - HO)" userId="5f076227-dc21-4b66-87c7-481a38c9c9b6" providerId="ADAL" clId="{25729806-B906-4391-97A8-0D40B1E8AE6A}" dt="2024-04-11T01:03:22.195" v="4016" actId="20577"/>
          <ac:graphicFrameMkLst>
            <pc:docMk/>
            <pc:sldMk cId="2643182970" sldId="405"/>
            <ac:graphicFrameMk id="5" creationId="{A9C484B6-2E45-EE7A-7EBB-116816AA9E84}"/>
          </ac:graphicFrameMkLst>
        </pc:graphicFrameChg>
      </pc:sldChg>
      <pc:sldChg chg="modSp mod">
        <pc:chgData name="NGUYEN THE NINH (Quant Department - HO)" userId="5f076227-dc21-4b66-87c7-481a38c9c9b6" providerId="ADAL" clId="{25729806-B906-4391-97A8-0D40B1E8AE6A}" dt="2024-04-11T01:09:25.912" v="4022" actId="1076"/>
        <pc:sldMkLst>
          <pc:docMk/>
          <pc:sldMk cId="1149337350" sldId="455"/>
        </pc:sldMkLst>
        <pc:spChg chg="mod">
          <ac:chgData name="NGUYEN THE NINH (Quant Department - HO)" userId="5f076227-dc21-4b66-87c7-481a38c9c9b6" providerId="ADAL" clId="{25729806-B906-4391-97A8-0D40B1E8AE6A}" dt="2024-04-11T01:09:25.912" v="4022" actId="1076"/>
          <ac:spMkLst>
            <pc:docMk/>
            <pc:sldMk cId="1149337350" sldId="455"/>
            <ac:spMk id="17" creationId="{00000000-0000-0000-0000-000000000000}"/>
          </ac:spMkLst>
        </pc:spChg>
      </pc:sldChg>
      <pc:sldChg chg="modSp mod">
        <pc:chgData name="NGUYEN THE NINH (Quant Department - HO)" userId="5f076227-dc21-4b66-87c7-481a38c9c9b6" providerId="ADAL" clId="{25729806-B906-4391-97A8-0D40B1E8AE6A}" dt="2024-04-11T01:04:53.103" v="4018" actId="20577"/>
        <pc:sldMkLst>
          <pc:docMk/>
          <pc:sldMk cId="2789279778" sldId="1006"/>
        </pc:sldMkLst>
        <pc:graphicFrameChg chg="modGraphic">
          <ac:chgData name="NGUYEN THE NINH (Quant Department - HO)" userId="5f076227-dc21-4b66-87c7-481a38c9c9b6" providerId="ADAL" clId="{25729806-B906-4391-97A8-0D40B1E8AE6A}" dt="2024-04-11T01:04:53.103" v="4018" actId="20577"/>
          <ac:graphicFrameMkLst>
            <pc:docMk/>
            <pc:sldMk cId="2789279778" sldId="1006"/>
            <ac:graphicFrameMk id="3" creationId="{00000000-0000-0000-0000-000000000000}"/>
          </ac:graphicFrameMkLst>
        </pc:graphicFrameChg>
      </pc:sldChg>
      <pc:sldChg chg="addSp delSp modSp mod">
        <pc:chgData name="NGUYEN THE NINH (Quant Department - HO)" userId="5f076227-dc21-4b66-87c7-481a38c9c9b6" providerId="ADAL" clId="{25729806-B906-4391-97A8-0D40B1E8AE6A}" dt="2024-04-11T01:01:43.515" v="3871" actId="20577"/>
        <pc:sldMkLst>
          <pc:docMk/>
          <pc:sldMk cId="2187309609" sldId="1014"/>
        </pc:sldMkLst>
        <pc:spChg chg="add mod">
          <ac:chgData name="NGUYEN THE NINH (Quant Department - HO)" userId="5f076227-dc21-4b66-87c7-481a38c9c9b6" providerId="ADAL" clId="{25729806-B906-4391-97A8-0D40B1E8AE6A}" dt="2024-04-11T00:53:39.589" v="2467" actId="1076"/>
          <ac:spMkLst>
            <pc:docMk/>
            <pc:sldMk cId="2187309609" sldId="1014"/>
            <ac:spMk id="4" creationId="{547352CD-4293-A918-8001-FB4E3D6E7A0C}"/>
          </ac:spMkLst>
        </pc:spChg>
        <pc:spChg chg="mod topLvl">
          <ac:chgData name="NGUYEN THE NINH (Quant Department - HO)" userId="5f076227-dc21-4b66-87c7-481a38c9c9b6" providerId="ADAL" clId="{25729806-B906-4391-97A8-0D40B1E8AE6A}" dt="2024-04-11T01:01:32.501" v="3848" actId="1076"/>
          <ac:spMkLst>
            <pc:docMk/>
            <pc:sldMk cId="2187309609" sldId="1014"/>
            <ac:spMk id="16" creationId="{2A0E7CBE-73B6-82DE-75CB-B8D18D8D7512}"/>
          </ac:spMkLst>
        </pc:spChg>
        <pc:spChg chg="mod">
          <ac:chgData name="NGUYEN THE NINH (Quant Department - HO)" userId="5f076227-dc21-4b66-87c7-481a38c9c9b6" providerId="ADAL" clId="{25729806-B906-4391-97A8-0D40B1E8AE6A}" dt="2024-04-11T00:35:35.892" v="0" actId="20577"/>
          <ac:spMkLst>
            <pc:docMk/>
            <pc:sldMk cId="2187309609" sldId="1014"/>
            <ac:spMk id="40" creationId="{FA8B4F92-599C-7B04-BC0B-3BC79315BCFD}"/>
          </ac:spMkLst>
        </pc:spChg>
        <pc:grpChg chg="add del mod">
          <ac:chgData name="NGUYEN THE NINH (Quant Department - HO)" userId="5f076227-dc21-4b66-87c7-481a38c9c9b6" providerId="ADAL" clId="{25729806-B906-4391-97A8-0D40B1E8AE6A}" dt="2024-04-11T00:38:49.354" v="252" actId="165"/>
          <ac:grpSpMkLst>
            <pc:docMk/>
            <pc:sldMk cId="2187309609" sldId="1014"/>
            <ac:grpSpMk id="3" creationId="{A572908C-6012-80B2-AC4B-F8156073F47F}"/>
          </ac:grpSpMkLst>
        </pc:grpChg>
        <pc:graphicFrameChg chg="mod topLvl modGraphic">
          <ac:chgData name="NGUYEN THE NINH (Quant Department - HO)" userId="5f076227-dc21-4b66-87c7-481a38c9c9b6" providerId="ADAL" clId="{25729806-B906-4391-97A8-0D40B1E8AE6A}" dt="2024-04-11T01:01:43.515" v="3871" actId="20577"/>
          <ac:graphicFrameMkLst>
            <pc:docMk/>
            <pc:sldMk cId="2187309609" sldId="1014"/>
            <ac:graphicFrameMk id="2" creationId="{B0CBA78F-A55A-F1B3-9E79-69CB0E7872A9}"/>
          </ac:graphicFrameMkLst>
        </pc:graphicFrameChg>
        <pc:picChg chg="mod topLvl">
          <ac:chgData name="NGUYEN THE NINH (Quant Department - HO)" userId="5f076227-dc21-4b66-87c7-481a38c9c9b6" providerId="ADAL" clId="{25729806-B906-4391-97A8-0D40B1E8AE6A}" dt="2024-04-11T01:01:35.136" v="3849" actId="1076"/>
          <ac:picMkLst>
            <pc:docMk/>
            <pc:sldMk cId="2187309609" sldId="1014"/>
            <ac:picMk id="18" creationId="{C3DB1BE7-ED88-4DFB-D7D4-04A41F0D419B}"/>
          </ac:picMkLst>
        </pc:picChg>
      </pc:sldChg>
      <pc:sldChg chg="delSp modSp add del mod">
        <pc:chgData name="NGUYEN THE NINH (Quant Department - HO)" userId="5f076227-dc21-4b66-87c7-481a38c9c9b6" providerId="ADAL" clId="{25729806-B906-4391-97A8-0D40B1E8AE6A}" dt="2024-04-11T01:03:10.132" v="4009" actId="47"/>
        <pc:sldMkLst>
          <pc:docMk/>
          <pc:sldMk cId="2588696180" sldId="1015"/>
        </pc:sldMkLst>
        <pc:spChg chg="del">
          <ac:chgData name="NGUYEN THE NINH (Quant Department - HO)" userId="5f076227-dc21-4b66-87c7-481a38c9c9b6" providerId="ADAL" clId="{25729806-B906-4391-97A8-0D40B1E8AE6A}" dt="2024-04-11T01:02:32.896" v="3875" actId="478"/>
          <ac:spMkLst>
            <pc:docMk/>
            <pc:sldMk cId="2588696180" sldId="1015"/>
            <ac:spMk id="4" creationId="{A154A5D2-776F-054A-13F4-95A590DBA74C}"/>
          </ac:spMkLst>
        </pc:spChg>
        <pc:spChg chg="del">
          <ac:chgData name="NGUYEN THE NINH (Quant Department - HO)" userId="5f076227-dc21-4b66-87c7-481a38c9c9b6" providerId="ADAL" clId="{25729806-B906-4391-97A8-0D40B1E8AE6A}" dt="2024-04-11T01:02:31.813" v="3874" actId="478"/>
          <ac:spMkLst>
            <pc:docMk/>
            <pc:sldMk cId="2588696180" sldId="1015"/>
            <ac:spMk id="16" creationId="{ECFCDCA4-9A06-5DFA-4AA7-FB3AF85CEDB1}"/>
          </ac:spMkLst>
        </pc:spChg>
        <pc:spChg chg="mod">
          <ac:chgData name="NGUYEN THE NINH (Quant Department - HO)" userId="5f076227-dc21-4b66-87c7-481a38c9c9b6" providerId="ADAL" clId="{25729806-B906-4391-97A8-0D40B1E8AE6A}" dt="2024-04-11T01:03:02.959" v="4008" actId="20577"/>
          <ac:spMkLst>
            <pc:docMk/>
            <pc:sldMk cId="2588696180" sldId="1015"/>
            <ac:spMk id="40" creationId="{B518F28B-6066-2CEE-66F7-3133C68C16DB}"/>
          </ac:spMkLst>
        </pc:spChg>
        <pc:graphicFrameChg chg="del">
          <ac:chgData name="NGUYEN THE NINH (Quant Department - HO)" userId="5f076227-dc21-4b66-87c7-481a38c9c9b6" providerId="ADAL" clId="{25729806-B906-4391-97A8-0D40B1E8AE6A}" dt="2024-04-11T01:02:28.896" v="3873" actId="478"/>
          <ac:graphicFrameMkLst>
            <pc:docMk/>
            <pc:sldMk cId="2588696180" sldId="1015"/>
            <ac:graphicFrameMk id="2" creationId="{ECA7EF73-45D1-4C5B-45B6-1F76E3481B0F}"/>
          </ac:graphicFrameMkLst>
        </pc:graphicFrameChg>
        <pc:picChg chg="del">
          <ac:chgData name="NGUYEN THE NINH (Quant Department - HO)" userId="5f076227-dc21-4b66-87c7-481a38c9c9b6" providerId="ADAL" clId="{25729806-B906-4391-97A8-0D40B1E8AE6A}" dt="2024-04-11T01:02:31.813" v="3874" actId="478"/>
          <ac:picMkLst>
            <pc:docMk/>
            <pc:sldMk cId="2588696180" sldId="1015"/>
            <ac:picMk id="18" creationId="{A1C87D44-F777-74F7-6D30-421CA736EB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8EBB3-B434-45C0-B49F-A8A6B749206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D6067-AF46-4341-87D8-2F0C128F4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4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67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6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vi-VN">
                <a:effectLst/>
              </a:rPr>
              <a:t>Cải thiện các chỉ số/hệ số tính toán Tổn thất có thể ước tính (Expected loss) của ngân hàng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1) Giám sát khách hàng + thực hiện các biện pháp ngăn ngừa vỡ nợ</a:t>
            </a:r>
          </a:p>
          <a:p>
            <a:pPr rtl="0"/>
            <a:r>
              <a:rPr lang="vi-VN" b="1">
                <a:effectLst/>
              </a:rPr>
              <a:t>Các biện pháp ngăn ngừa vỡ nợ:</a:t>
            </a:r>
            <a:endParaRPr lang="vi-VN">
              <a:effectLst/>
            </a:endParaRPr>
          </a:p>
          <a:p>
            <a:pPr rtl="0"/>
            <a:r>
              <a:rPr lang="vi-VN">
                <a:effectLst/>
              </a:rPr>
              <a:t>- điều chỉnh lãi suất hoặc thay đổi điều khoản hợp đồng để giảm bớt áp lực tài chính đối với khách hàng.</a:t>
            </a:r>
          </a:p>
          <a:p>
            <a:pPr rtl="0"/>
            <a:r>
              <a:rPr lang="vi-VN">
                <a:effectLst/>
              </a:rPr>
              <a:t>- theo dõi nợ xấu,tái cấu trúc nợ và thu hồi nợ không trả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 </a:t>
            </a:r>
          </a:p>
          <a:p>
            <a:pPr rtl="0"/>
            <a:r>
              <a:rPr lang="vi-VN">
                <a:effectLst/>
              </a:rPr>
              <a:t>2) Tăng giá trị tài sản thế chấp của các khoản vay có nguy cơ</a:t>
            </a:r>
          </a:p>
          <a:p>
            <a:pPr rtl="0"/>
            <a:r>
              <a:rPr lang="vi-VN">
                <a:effectLst/>
              </a:rPr>
              <a:t>-</a:t>
            </a:r>
          </a:p>
          <a:p>
            <a:pPr rtl="0"/>
            <a:r>
              <a:rPr lang="vi-VN">
                <a:effectLst/>
              </a:rPr>
              <a:t>3) Giảm dư nợ tại tường điểm vỡ nợ</a:t>
            </a:r>
          </a:p>
          <a:p>
            <a:pPr rtl="0"/>
            <a:r>
              <a:rPr lang="vi-VN">
                <a:effectLst/>
              </a:rPr>
              <a:t>- điều chỉnh điều khoản của hợp đồng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93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vi-VN" b="1">
                <a:effectLst/>
              </a:rPr>
              <a:t>Cấp danh mục:</a:t>
            </a:r>
            <a:endParaRPr lang="vi-VN">
              <a:effectLst/>
            </a:endParaRPr>
          </a:p>
          <a:p>
            <a:pPr rtl="0"/>
            <a:r>
              <a:rPr lang="vi-VN">
                <a:effectLst/>
              </a:rPr>
              <a:t>- phân chia danh mục tín dụng thành các phân lớp khác nhau eg: lĩnh vực kinh doanh, khu vực địa lý, sản phẩm, quy mô của doanh nghiệp, etc</a:t>
            </a:r>
          </a:p>
          <a:p>
            <a:pPr rtl="0"/>
            <a:r>
              <a:rPr lang="vi-VN">
                <a:effectLst/>
              </a:rPr>
              <a:t>- mỗi phân lớp -&gt; thực hiện các phân tích đô nhạy dự trên thông tin nội bộ hoặc/và bên ngoài -&gt; đánh giá ảnh hưởng của các cú sốc tiềm tàng đến phân lớp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40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50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85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1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57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6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435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62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D652-A827-C6F9-646F-26181C7C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E20F2-DFFD-9CB0-738E-11CA0F1AA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CAA60-FC02-53F0-6BC8-F96994CE8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022DD-A199-AE80-3D31-F7320E67A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7D6067-AF46-4341-87D8-2F0C128F41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1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7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63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3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3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2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4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4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70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BF678BB-2B4B-4A8A-8540-E697C913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221" y="6330950"/>
            <a:ext cx="596900" cy="365125"/>
          </a:xfrm>
          <a:prstGeom prst="rect">
            <a:avLst/>
          </a:prstGeom>
          <a:solidFill>
            <a:srgbClr val="17702A"/>
          </a:solidFill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1845F5A-061D-4825-9AE9-D7794091C6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56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292E7-FF28-4C73-B9D0-1A820A80686F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EEF8F-5FC9-4DD6-8710-9673D75BD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3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0"/>
            <a:ext cx="12192000" cy="6860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0873" y="1568191"/>
            <a:ext cx="6139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0005" y="4707251"/>
            <a:ext cx="9256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006C4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D92197-535C-6E79-E427-F072FD495204}"/>
              </a:ext>
            </a:extLst>
          </p:cNvPr>
          <p:cNvSpPr txBox="1"/>
          <p:nvPr/>
        </p:nvSpPr>
        <p:spPr>
          <a:xfrm>
            <a:off x="590873" y="2338963"/>
            <a:ext cx="8586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" name="SubTitle" descr="&lt;tags&gt;&lt;tag n=&quot;TagName&quot; v=&quot;SubTitle&quot; /&gt;&lt;tag n=&quot;Top&quot; v=&quot;326.2039&quot; /&gt;&lt;tag n=&quot;Left&quot; v=&quot;250.5618&quot; /&gt;&lt;tag n=&quot;Height&quot; v=&quot;27.62716&quot; /&gt;&lt;tag n=&quot;Width&quot; v=&quot;445.1531&quot; /&gt;&lt;/tags&gt;">
            <a:extLst>
              <a:ext uri="{FF2B5EF4-FFF2-40B4-BE49-F238E27FC236}">
                <a16:creationId xmlns:a16="http://schemas.microsoft.com/office/drawing/2014/main" id="{0BD3E038-7BA0-1404-0CB8-A860F5799725}"/>
              </a:ext>
            </a:extLst>
          </p:cNvPr>
          <p:cNvSpPr txBox="1">
            <a:spLocks/>
          </p:cNvSpPr>
          <p:nvPr/>
        </p:nvSpPr>
        <p:spPr bwMode="gray">
          <a:xfrm>
            <a:off x="704066" y="3014832"/>
            <a:ext cx="8182898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b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5000"/>
              </a:lnSpc>
              <a:spcBef>
                <a:spcPts val="605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2"/>
              </a:buClr>
              <a:buSzPct val="80000"/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Font typeface="Credit Suisse Type Roman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5000"/>
              </a:lnSpc>
              <a:spcBef>
                <a:spcPts val="0"/>
              </a:spcBef>
              <a:buClr>
                <a:schemeClr val="tx1"/>
              </a:buClr>
              <a:buFont typeface="Credit Suisse Type Roman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200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96545-1FC4-F99E-2788-AF5C14F14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3" y="143553"/>
            <a:ext cx="2238859" cy="111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9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7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92705" y="1360166"/>
          <a:ext cx="10606589" cy="2068834"/>
        </p:xfrm>
        <a:graphic>
          <a:graphicData uri="http://schemas.openxmlformats.org/drawingml/2006/table">
            <a:tbl>
              <a:tblPr firstRow="1" bandRow="1"/>
              <a:tblGrid>
                <a:gridCol w="838984">
                  <a:extLst>
                    <a:ext uri="{9D8B030D-6E8A-4147-A177-3AD203B41FA5}">
                      <a16:colId xmlns:a16="http://schemas.microsoft.com/office/drawing/2014/main" val="1368292913"/>
                    </a:ext>
                  </a:extLst>
                </a:gridCol>
                <a:gridCol w="8964978">
                  <a:extLst>
                    <a:ext uri="{9D8B030D-6E8A-4147-A177-3AD203B41FA5}">
                      <a16:colId xmlns:a16="http://schemas.microsoft.com/office/drawing/2014/main" val="2470101169"/>
                    </a:ext>
                  </a:extLst>
                </a:gridCol>
                <a:gridCol w="802627">
                  <a:extLst>
                    <a:ext uri="{9D8B030D-6E8A-4147-A177-3AD203B41FA5}">
                      <a16:colId xmlns:a16="http://schemas.microsoft.com/office/drawing/2014/main" val="553536402"/>
                    </a:ext>
                  </a:extLst>
                </a:gridCol>
              </a:tblGrid>
              <a:tr h="486836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</a:pPr>
                      <a:r>
                        <a:rPr lang="en-GB" sz="12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GB" sz="1200" b="1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078021"/>
                  </a:ext>
                </a:extLst>
              </a:tr>
              <a:tr h="48683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i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44982"/>
                  </a:ext>
                </a:extLst>
              </a:tr>
              <a:tr h="54758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Pct val="100000"/>
                        <a:buFont typeface="Arial"/>
                        <a:buNone/>
                      </a:pPr>
                      <a:r>
                        <a:rPr lang="en-US" sz="12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033101"/>
                  </a:ext>
                </a:extLst>
              </a:tr>
              <a:tr h="54758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vi-VN" sz="1200" b="1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Pct val="100000"/>
                        <a:buFont typeface="Arial"/>
                        <a:buNone/>
                      </a:pPr>
                      <a:r>
                        <a:rPr lang="en-US" sz="1200" b="0" i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302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2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2607242"/>
            <a:ext cx="6796144" cy="143806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 algn="just"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572597" y="3007354"/>
            <a:ext cx="1712214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46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2256" y="1206355"/>
            <a:ext cx="44684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1300" y="1206355"/>
            <a:ext cx="4810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63272" y="1821640"/>
            <a:ext cx="4512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[Text]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63272" y="2121957"/>
            <a:ext cx="505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663272" y="3205075"/>
            <a:ext cx="54616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[Text]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63272" y="3551086"/>
            <a:ext cx="4990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63272" y="4816365"/>
            <a:ext cx="29450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3272" y="5161710"/>
            <a:ext cx="50590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5959523" y="1306607"/>
            <a:ext cx="0" cy="466462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85513" y="5102841"/>
            <a:ext cx="30745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19640" y="1997255"/>
            <a:ext cx="3872510" cy="492443"/>
            <a:chOff x="819640" y="1925496"/>
            <a:chExt cx="3872510" cy="492443"/>
          </a:xfrm>
        </p:grpSpPr>
        <p:sp>
          <p:nvSpPr>
            <p:cNvPr id="3" name="TextBox 2"/>
            <p:cNvSpPr txBox="1"/>
            <p:nvPr/>
          </p:nvSpPr>
          <p:spPr>
            <a:xfrm>
              <a:off x="1432308" y="1925496"/>
              <a:ext cx="198658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3284392" y="2017829"/>
              <a:ext cx="14077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19640" y="2017829"/>
              <a:ext cx="63350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1296" y="3099579"/>
            <a:ext cx="2723891" cy="492443"/>
            <a:chOff x="811296" y="2962051"/>
            <a:chExt cx="2723891" cy="492443"/>
          </a:xfrm>
        </p:grpSpPr>
        <p:sp>
          <p:nvSpPr>
            <p:cNvPr id="9" name="TextBox 8"/>
            <p:cNvSpPr txBox="1"/>
            <p:nvPr/>
          </p:nvSpPr>
          <p:spPr>
            <a:xfrm>
              <a:off x="1390891" y="2962051"/>
              <a:ext cx="10318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385513" y="3071413"/>
              <a:ext cx="11496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1296" y="3071413"/>
              <a:ext cx="63350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02256" y="4201902"/>
            <a:ext cx="2157453" cy="492443"/>
            <a:chOff x="802256" y="4130143"/>
            <a:chExt cx="2157453" cy="492443"/>
          </a:xfrm>
        </p:grpSpPr>
        <p:sp>
          <p:nvSpPr>
            <p:cNvPr id="12" name="TextBox 11"/>
            <p:cNvSpPr txBox="1"/>
            <p:nvPr/>
          </p:nvSpPr>
          <p:spPr>
            <a:xfrm>
              <a:off x="1456504" y="4130143"/>
              <a:ext cx="9005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2256" y="4217392"/>
              <a:ext cx="695325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385513" y="4224274"/>
              <a:ext cx="5741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</p:grpSp>
      <p:sp>
        <p:nvSpPr>
          <p:cNvPr id="35" name="Freeform 291"/>
          <p:cNvSpPr>
            <a:spLocks noEditPoints="1"/>
          </p:cNvSpPr>
          <p:nvPr/>
        </p:nvSpPr>
        <p:spPr bwMode="auto">
          <a:xfrm>
            <a:off x="6211374" y="1833892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291"/>
          <p:cNvSpPr>
            <a:spLocks noEditPoints="1"/>
          </p:cNvSpPr>
          <p:nvPr/>
        </p:nvSpPr>
        <p:spPr bwMode="auto">
          <a:xfrm flipV="1">
            <a:off x="6218538" y="3219083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291"/>
          <p:cNvSpPr>
            <a:spLocks noEditPoints="1"/>
          </p:cNvSpPr>
          <p:nvPr/>
        </p:nvSpPr>
        <p:spPr bwMode="auto">
          <a:xfrm>
            <a:off x="6215636" y="4821506"/>
            <a:ext cx="422276" cy="419834"/>
          </a:xfrm>
          <a:custGeom>
            <a:avLst/>
            <a:gdLst>
              <a:gd name="T0" fmla="*/ 36 w 73"/>
              <a:gd name="T1" fmla="*/ 0 h 73"/>
              <a:gd name="T2" fmla="*/ 0 w 73"/>
              <a:gd name="T3" fmla="*/ 36 h 73"/>
              <a:gd name="T4" fmla="*/ 36 w 73"/>
              <a:gd name="T5" fmla="*/ 73 h 73"/>
              <a:gd name="T6" fmla="*/ 73 w 73"/>
              <a:gd name="T7" fmla="*/ 36 h 73"/>
              <a:gd name="T8" fmla="*/ 36 w 73"/>
              <a:gd name="T9" fmla="*/ 0 h 73"/>
              <a:gd name="T10" fmla="*/ 41 w 73"/>
              <a:gd name="T11" fmla="*/ 18 h 73"/>
              <a:gd name="T12" fmla="*/ 41 w 73"/>
              <a:gd name="T13" fmla="*/ 36 h 73"/>
              <a:gd name="T14" fmla="*/ 52 w 73"/>
              <a:gd name="T15" fmla="*/ 36 h 73"/>
              <a:gd name="T16" fmla="*/ 51 w 73"/>
              <a:gd name="T17" fmla="*/ 42 h 73"/>
              <a:gd name="T18" fmla="*/ 40 w 73"/>
              <a:gd name="T19" fmla="*/ 53 h 73"/>
              <a:gd name="T20" fmla="*/ 33 w 73"/>
              <a:gd name="T21" fmla="*/ 53 h 73"/>
              <a:gd name="T22" fmla="*/ 22 w 73"/>
              <a:gd name="T23" fmla="*/ 42 h 73"/>
              <a:gd name="T24" fmla="*/ 21 w 73"/>
              <a:gd name="T25" fmla="*/ 36 h 73"/>
              <a:gd name="T26" fmla="*/ 32 w 73"/>
              <a:gd name="T27" fmla="*/ 36 h 73"/>
              <a:gd name="T28" fmla="*/ 32 w 73"/>
              <a:gd name="T29" fmla="*/ 18 h 73"/>
              <a:gd name="T30" fmla="*/ 41 w 73"/>
              <a:gd name="T31" fmla="*/ 18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73" h="73">
                <a:moveTo>
                  <a:pt x="36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7"/>
                  <a:pt x="16" y="73"/>
                  <a:pt x="36" y="73"/>
                </a:cubicBezTo>
                <a:cubicBezTo>
                  <a:pt x="57" y="73"/>
                  <a:pt x="73" y="57"/>
                  <a:pt x="73" y="36"/>
                </a:cubicBezTo>
                <a:cubicBezTo>
                  <a:pt x="73" y="16"/>
                  <a:pt x="57" y="0"/>
                  <a:pt x="36" y="0"/>
                </a:cubicBezTo>
                <a:close/>
                <a:moveTo>
                  <a:pt x="41" y="18"/>
                </a:moveTo>
                <a:cubicBezTo>
                  <a:pt x="41" y="36"/>
                  <a:pt x="41" y="36"/>
                  <a:pt x="4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8"/>
                  <a:pt x="53" y="40"/>
                  <a:pt x="51" y="42"/>
                </a:cubicBezTo>
                <a:cubicBezTo>
                  <a:pt x="40" y="53"/>
                  <a:pt x="40" y="53"/>
                  <a:pt x="40" y="53"/>
                </a:cubicBezTo>
                <a:cubicBezTo>
                  <a:pt x="38" y="55"/>
                  <a:pt x="35" y="55"/>
                  <a:pt x="33" y="53"/>
                </a:cubicBezTo>
                <a:cubicBezTo>
                  <a:pt x="22" y="42"/>
                  <a:pt x="22" y="42"/>
                  <a:pt x="22" y="42"/>
                </a:cubicBezTo>
                <a:cubicBezTo>
                  <a:pt x="20" y="40"/>
                  <a:pt x="20" y="38"/>
                  <a:pt x="21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18"/>
                  <a:pt x="32" y="18"/>
                  <a:pt x="32" y="18"/>
                </a:cubicBezTo>
                <a:cubicBezTo>
                  <a:pt x="41" y="18"/>
                  <a:pt x="41" y="18"/>
                  <a:pt x="41" y="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0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2A8C92E-258D-4811-B859-EF0A673210D1}"/>
              </a:ext>
            </a:extLst>
          </p:cNvPr>
          <p:cNvSpPr txBox="1">
            <a:spLocks/>
          </p:cNvSpPr>
          <p:nvPr/>
        </p:nvSpPr>
        <p:spPr>
          <a:xfrm>
            <a:off x="381000" y="274348"/>
            <a:ext cx="10515600" cy="473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9147" y="868209"/>
            <a:ext cx="1064896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146" marR="52384" fontAlgn="base">
              <a:lnSpc>
                <a:spcPct val="125000"/>
              </a:lnSpc>
              <a:spcBef>
                <a:spcPts val="75"/>
              </a:spcBef>
              <a:spcAft>
                <a:spcPct val="0"/>
              </a:spcAft>
              <a:tabLst>
                <a:tab pos="177154" algn="l"/>
              </a:tabLst>
            </a:pPr>
            <a:r>
              <a:rPr lang="en-US" sz="1400" b="1" spc="-4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543250" y="2139913"/>
            <a:ext cx="51576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b="1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b="1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2126516"/>
            <a:ext cx="5070050" cy="3382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6" name="Freeform: Shape 108">
            <a:extLst>
              <a:ext uri="{FF2B5EF4-FFF2-40B4-BE49-F238E27FC236}">
                <a16:creationId xmlns:a16="http://schemas.microsoft.com/office/drawing/2014/main" id="{1733C099-D3C2-4B5B-9BC4-D79CF0DEEF5F}"/>
              </a:ext>
            </a:extLst>
          </p:cNvPr>
          <p:cNvSpPr/>
          <p:nvPr/>
        </p:nvSpPr>
        <p:spPr>
          <a:xfrm>
            <a:off x="7343186" y="1470810"/>
            <a:ext cx="3751385" cy="616157"/>
          </a:xfrm>
          <a:custGeom>
            <a:avLst/>
            <a:gdLst>
              <a:gd name="connsiteX0" fmla="*/ 2619649 w 2725850"/>
              <a:gd name="connsiteY0" fmla="*/ 300906 h 300905"/>
              <a:gd name="connsiteX1" fmla="*/ 0 w 2725850"/>
              <a:gd name="connsiteY1" fmla="*/ 300906 h 300905"/>
              <a:gd name="connsiteX2" fmla="*/ 106202 w 2725850"/>
              <a:gd name="connsiteY2" fmla="*/ 150453 h 300905"/>
              <a:gd name="connsiteX3" fmla="*/ 0 w 2725850"/>
              <a:gd name="connsiteY3" fmla="*/ 0 h 300905"/>
              <a:gd name="connsiteX4" fmla="*/ 2619649 w 2725850"/>
              <a:gd name="connsiteY4" fmla="*/ 0 h 300905"/>
              <a:gd name="connsiteX5" fmla="*/ 2725851 w 2725850"/>
              <a:gd name="connsiteY5" fmla="*/ 150453 h 30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5850" h="300905">
                <a:moveTo>
                  <a:pt x="2619649" y="300906"/>
                </a:moveTo>
                <a:lnTo>
                  <a:pt x="0" y="300906"/>
                </a:lnTo>
                <a:lnTo>
                  <a:pt x="106202" y="150453"/>
                </a:lnTo>
                <a:lnTo>
                  <a:pt x="0" y="0"/>
                </a:lnTo>
                <a:lnTo>
                  <a:pt x="2619649" y="0"/>
                </a:lnTo>
                <a:lnTo>
                  <a:pt x="2725851" y="150453"/>
                </a:lnTo>
                <a:close/>
              </a:path>
            </a:pathLst>
          </a:custGeom>
          <a:solidFill>
            <a:schemeClr val="accent2"/>
          </a:solidFill>
          <a:ln w="1768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: Shape 109">
            <a:extLst>
              <a:ext uri="{FF2B5EF4-FFF2-40B4-BE49-F238E27FC236}">
                <a16:creationId xmlns:a16="http://schemas.microsoft.com/office/drawing/2014/main" id="{5AAE5208-E4DC-48A2-85FC-328000C254E3}"/>
              </a:ext>
            </a:extLst>
          </p:cNvPr>
          <p:cNvSpPr/>
          <p:nvPr/>
        </p:nvSpPr>
        <p:spPr>
          <a:xfrm>
            <a:off x="1199856" y="1470812"/>
            <a:ext cx="3751385" cy="616157"/>
          </a:xfrm>
          <a:custGeom>
            <a:avLst/>
            <a:gdLst>
              <a:gd name="connsiteX0" fmla="*/ 2619649 w 2725850"/>
              <a:gd name="connsiteY0" fmla="*/ 300906 h 300905"/>
              <a:gd name="connsiteX1" fmla="*/ 0 w 2725850"/>
              <a:gd name="connsiteY1" fmla="*/ 300906 h 300905"/>
              <a:gd name="connsiteX2" fmla="*/ 106202 w 2725850"/>
              <a:gd name="connsiteY2" fmla="*/ 150453 h 300905"/>
              <a:gd name="connsiteX3" fmla="*/ 0 w 2725850"/>
              <a:gd name="connsiteY3" fmla="*/ 0 h 300905"/>
              <a:gd name="connsiteX4" fmla="*/ 2619649 w 2725850"/>
              <a:gd name="connsiteY4" fmla="*/ 0 h 300905"/>
              <a:gd name="connsiteX5" fmla="*/ 2725851 w 2725850"/>
              <a:gd name="connsiteY5" fmla="*/ 150453 h 300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25850" h="300905">
                <a:moveTo>
                  <a:pt x="2619649" y="300906"/>
                </a:moveTo>
                <a:lnTo>
                  <a:pt x="0" y="300906"/>
                </a:lnTo>
                <a:lnTo>
                  <a:pt x="106202" y="150453"/>
                </a:lnTo>
                <a:lnTo>
                  <a:pt x="0" y="0"/>
                </a:lnTo>
                <a:lnTo>
                  <a:pt x="2619649" y="0"/>
                </a:lnTo>
                <a:lnTo>
                  <a:pt x="2725851" y="150453"/>
                </a:lnTo>
                <a:close/>
              </a:path>
            </a:pathLst>
          </a:custGeom>
          <a:solidFill>
            <a:schemeClr val="accent2"/>
          </a:solidFill>
          <a:ln w="1768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7724480" y="1525212"/>
            <a:ext cx="350178" cy="461775"/>
          </a:xfrm>
          <a:custGeom>
            <a:avLst/>
            <a:gdLst>
              <a:gd name="T0" fmla="*/ 316 w 480"/>
              <a:gd name="T1" fmla="*/ 260 h 631"/>
              <a:gd name="T2" fmla="*/ 381 w 480"/>
              <a:gd name="T3" fmla="*/ 141 h 631"/>
              <a:gd name="T4" fmla="*/ 240 w 480"/>
              <a:gd name="T5" fmla="*/ 0 h 631"/>
              <a:gd name="T6" fmla="*/ 99 w 480"/>
              <a:gd name="T7" fmla="*/ 141 h 631"/>
              <a:gd name="T8" fmla="*/ 164 w 480"/>
              <a:gd name="T9" fmla="*/ 260 h 631"/>
              <a:gd name="T10" fmla="*/ 0 w 480"/>
              <a:gd name="T11" fmla="*/ 439 h 631"/>
              <a:gd name="T12" fmla="*/ 0 w 480"/>
              <a:gd name="T13" fmla="*/ 586 h 631"/>
              <a:gd name="T14" fmla="*/ 0 w 480"/>
              <a:gd name="T15" fmla="*/ 588 h 631"/>
              <a:gd name="T16" fmla="*/ 10 w 480"/>
              <a:gd name="T17" fmla="*/ 591 h 631"/>
              <a:gd name="T18" fmla="*/ 256 w 480"/>
              <a:gd name="T19" fmla="*/ 631 h 631"/>
              <a:gd name="T20" fmla="*/ 470 w 480"/>
              <a:gd name="T21" fmla="*/ 590 h 631"/>
              <a:gd name="T22" fmla="*/ 479 w 480"/>
              <a:gd name="T23" fmla="*/ 586 h 631"/>
              <a:gd name="T24" fmla="*/ 480 w 480"/>
              <a:gd name="T25" fmla="*/ 586 h 631"/>
              <a:gd name="T26" fmla="*/ 480 w 480"/>
              <a:gd name="T27" fmla="*/ 439 h 631"/>
              <a:gd name="T28" fmla="*/ 316 w 480"/>
              <a:gd name="T29" fmla="*/ 260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80" h="631">
                <a:moveTo>
                  <a:pt x="316" y="260"/>
                </a:moveTo>
                <a:cubicBezTo>
                  <a:pt x="355" y="234"/>
                  <a:pt x="381" y="191"/>
                  <a:pt x="381" y="141"/>
                </a:cubicBezTo>
                <a:cubicBezTo>
                  <a:pt x="381" y="63"/>
                  <a:pt x="318" y="0"/>
                  <a:pt x="240" y="0"/>
                </a:cubicBezTo>
                <a:cubicBezTo>
                  <a:pt x="162" y="0"/>
                  <a:pt x="99" y="63"/>
                  <a:pt x="99" y="141"/>
                </a:cubicBezTo>
                <a:cubicBezTo>
                  <a:pt x="99" y="191"/>
                  <a:pt x="125" y="234"/>
                  <a:pt x="164" y="260"/>
                </a:cubicBezTo>
                <a:cubicBezTo>
                  <a:pt x="72" y="268"/>
                  <a:pt x="0" y="345"/>
                  <a:pt x="0" y="439"/>
                </a:cubicBezTo>
                <a:lnTo>
                  <a:pt x="0" y="586"/>
                </a:lnTo>
                <a:lnTo>
                  <a:pt x="0" y="588"/>
                </a:lnTo>
                <a:lnTo>
                  <a:pt x="10" y="591"/>
                </a:lnTo>
                <a:cubicBezTo>
                  <a:pt x="105" y="621"/>
                  <a:pt x="188" y="631"/>
                  <a:pt x="256" y="631"/>
                </a:cubicBezTo>
                <a:cubicBezTo>
                  <a:pt x="388" y="631"/>
                  <a:pt x="465" y="593"/>
                  <a:pt x="470" y="590"/>
                </a:cubicBezTo>
                <a:lnTo>
                  <a:pt x="479" y="586"/>
                </a:lnTo>
                <a:lnTo>
                  <a:pt x="480" y="586"/>
                </a:lnTo>
                <a:lnTo>
                  <a:pt x="480" y="439"/>
                </a:lnTo>
                <a:cubicBezTo>
                  <a:pt x="480" y="345"/>
                  <a:pt x="408" y="268"/>
                  <a:pt x="316" y="2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299" tIns="45649" rIns="91299" bIns="45649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1673031" y="1553992"/>
            <a:ext cx="404816" cy="449794"/>
          </a:xfrm>
          <a:custGeom>
            <a:avLst/>
            <a:gdLst>
              <a:gd name="T0" fmla="*/ 465 w 567"/>
              <a:gd name="T1" fmla="*/ 128 h 627"/>
              <a:gd name="T2" fmla="*/ 401 w 567"/>
              <a:gd name="T3" fmla="*/ 192 h 627"/>
              <a:gd name="T4" fmla="*/ 465 w 567"/>
              <a:gd name="T5" fmla="*/ 256 h 627"/>
              <a:gd name="T6" fmla="*/ 529 w 567"/>
              <a:gd name="T7" fmla="*/ 192 h 627"/>
              <a:gd name="T8" fmla="*/ 465 w 567"/>
              <a:gd name="T9" fmla="*/ 128 h 627"/>
              <a:gd name="T10" fmla="*/ 135 w 567"/>
              <a:gd name="T11" fmla="*/ 627 h 627"/>
              <a:gd name="T12" fmla="*/ 432 w 567"/>
              <a:gd name="T13" fmla="*/ 627 h 627"/>
              <a:gd name="T14" fmla="*/ 432 w 567"/>
              <a:gd name="T15" fmla="*/ 363 h 627"/>
              <a:gd name="T16" fmla="*/ 283 w 567"/>
              <a:gd name="T17" fmla="*/ 215 h 627"/>
              <a:gd name="T18" fmla="*/ 135 w 567"/>
              <a:gd name="T19" fmla="*/ 363 h 627"/>
              <a:gd name="T20" fmla="*/ 135 w 567"/>
              <a:gd name="T21" fmla="*/ 627 h 627"/>
              <a:gd name="T22" fmla="*/ 111 w 567"/>
              <a:gd name="T23" fmla="*/ 363 h 627"/>
              <a:gd name="T24" fmla="*/ 111 w 567"/>
              <a:gd name="T25" fmla="*/ 568 h 627"/>
              <a:gd name="T26" fmla="*/ 0 w 567"/>
              <a:gd name="T27" fmla="*/ 568 h 627"/>
              <a:gd name="T28" fmla="*/ 0 w 567"/>
              <a:gd name="T29" fmla="*/ 383 h 627"/>
              <a:gd name="T30" fmla="*/ 102 w 567"/>
              <a:gd name="T31" fmla="*/ 281 h 627"/>
              <a:gd name="T32" fmla="*/ 131 w 567"/>
              <a:gd name="T33" fmla="*/ 285 h 627"/>
              <a:gd name="T34" fmla="*/ 111 w 567"/>
              <a:gd name="T35" fmla="*/ 363 h 627"/>
              <a:gd name="T36" fmla="*/ 567 w 567"/>
              <a:gd name="T37" fmla="*/ 568 h 627"/>
              <a:gd name="T38" fmla="*/ 455 w 567"/>
              <a:gd name="T39" fmla="*/ 568 h 627"/>
              <a:gd name="T40" fmla="*/ 455 w 567"/>
              <a:gd name="T41" fmla="*/ 363 h 627"/>
              <a:gd name="T42" fmla="*/ 436 w 567"/>
              <a:gd name="T43" fmla="*/ 285 h 627"/>
              <a:gd name="T44" fmla="*/ 465 w 567"/>
              <a:gd name="T45" fmla="*/ 281 h 627"/>
              <a:gd name="T46" fmla="*/ 567 w 567"/>
              <a:gd name="T47" fmla="*/ 383 h 627"/>
              <a:gd name="T48" fmla="*/ 567 w 567"/>
              <a:gd name="T49" fmla="*/ 568 h 627"/>
              <a:gd name="T50" fmla="*/ 283 w 567"/>
              <a:gd name="T51" fmla="*/ 0 h 627"/>
              <a:gd name="T52" fmla="*/ 189 w 567"/>
              <a:gd name="T53" fmla="*/ 94 h 627"/>
              <a:gd name="T54" fmla="*/ 283 w 567"/>
              <a:gd name="T55" fmla="*/ 189 h 627"/>
              <a:gd name="T56" fmla="*/ 378 w 567"/>
              <a:gd name="T57" fmla="*/ 94 h 627"/>
              <a:gd name="T58" fmla="*/ 283 w 567"/>
              <a:gd name="T59" fmla="*/ 0 h 627"/>
              <a:gd name="T60" fmla="*/ 102 w 567"/>
              <a:gd name="T61" fmla="*/ 128 h 627"/>
              <a:gd name="T62" fmla="*/ 38 w 567"/>
              <a:gd name="T63" fmla="*/ 192 h 627"/>
              <a:gd name="T64" fmla="*/ 102 w 567"/>
              <a:gd name="T65" fmla="*/ 256 h 627"/>
              <a:gd name="T66" fmla="*/ 166 w 567"/>
              <a:gd name="T67" fmla="*/ 192 h 627"/>
              <a:gd name="T68" fmla="*/ 102 w 567"/>
              <a:gd name="T69" fmla="*/ 128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67" h="627">
                <a:moveTo>
                  <a:pt x="465" y="128"/>
                </a:moveTo>
                <a:cubicBezTo>
                  <a:pt x="430" y="128"/>
                  <a:pt x="401" y="157"/>
                  <a:pt x="401" y="192"/>
                </a:cubicBezTo>
                <a:cubicBezTo>
                  <a:pt x="401" y="227"/>
                  <a:pt x="430" y="256"/>
                  <a:pt x="465" y="256"/>
                </a:cubicBezTo>
                <a:cubicBezTo>
                  <a:pt x="500" y="256"/>
                  <a:pt x="529" y="227"/>
                  <a:pt x="529" y="192"/>
                </a:cubicBezTo>
                <a:cubicBezTo>
                  <a:pt x="529" y="157"/>
                  <a:pt x="500" y="128"/>
                  <a:pt x="465" y="128"/>
                </a:cubicBezTo>
                <a:close/>
                <a:moveTo>
                  <a:pt x="135" y="627"/>
                </a:moveTo>
                <a:lnTo>
                  <a:pt x="432" y="627"/>
                </a:lnTo>
                <a:lnTo>
                  <a:pt x="432" y="363"/>
                </a:lnTo>
                <a:cubicBezTo>
                  <a:pt x="432" y="281"/>
                  <a:pt x="365" y="215"/>
                  <a:pt x="283" y="215"/>
                </a:cubicBezTo>
                <a:cubicBezTo>
                  <a:pt x="201" y="215"/>
                  <a:pt x="135" y="281"/>
                  <a:pt x="135" y="363"/>
                </a:cubicBezTo>
                <a:lnTo>
                  <a:pt x="135" y="627"/>
                </a:lnTo>
                <a:close/>
                <a:moveTo>
                  <a:pt x="111" y="363"/>
                </a:moveTo>
                <a:lnTo>
                  <a:pt x="111" y="568"/>
                </a:lnTo>
                <a:lnTo>
                  <a:pt x="0" y="568"/>
                </a:lnTo>
                <a:lnTo>
                  <a:pt x="0" y="383"/>
                </a:lnTo>
                <a:cubicBezTo>
                  <a:pt x="0" y="327"/>
                  <a:pt x="46" y="281"/>
                  <a:pt x="102" y="281"/>
                </a:cubicBezTo>
                <a:cubicBezTo>
                  <a:pt x="112" y="281"/>
                  <a:pt x="122" y="283"/>
                  <a:pt x="131" y="285"/>
                </a:cubicBezTo>
                <a:cubicBezTo>
                  <a:pt x="119" y="309"/>
                  <a:pt x="111" y="335"/>
                  <a:pt x="111" y="363"/>
                </a:cubicBezTo>
                <a:close/>
                <a:moveTo>
                  <a:pt x="567" y="568"/>
                </a:moveTo>
                <a:lnTo>
                  <a:pt x="455" y="568"/>
                </a:lnTo>
                <a:lnTo>
                  <a:pt x="455" y="363"/>
                </a:lnTo>
                <a:cubicBezTo>
                  <a:pt x="455" y="335"/>
                  <a:pt x="448" y="309"/>
                  <a:pt x="436" y="285"/>
                </a:cubicBezTo>
                <a:cubicBezTo>
                  <a:pt x="445" y="283"/>
                  <a:pt x="455" y="281"/>
                  <a:pt x="465" y="281"/>
                </a:cubicBezTo>
                <a:cubicBezTo>
                  <a:pt x="521" y="281"/>
                  <a:pt x="567" y="327"/>
                  <a:pt x="567" y="383"/>
                </a:cubicBezTo>
                <a:lnTo>
                  <a:pt x="567" y="568"/>
                </a:lnTo>
                <a:close/>
                <a:moveTo>
                  <a:pt x="283" y="0"/>
                </a:moveTo>
                <a:cubicBezTo>
                  <a:pt x="231" y="0"/>
                  <a:pt x="189" y="42"/>
                  <a:pt x="189" y="94"/>
                </a:cubicBezTo>
                <a:cubicBezTo>
                  <a:pt x="189" y="147"/>
                  <a:pt x="231" y="189"/>
                  <a:pt x="283" y="189"/>
                </a:cubicBezTo>
                <a:cubicBezTo>
                  <a:pt x="336" y="189"/>
                  <a:pt x="378" y="147"/>
                  <a:pt x="378" y="94"/>
                </a:cubicBezTo>
                <a:cubicBezTo>
                  <a:pt x="378" y="42"/>
                  <a:pt x="336" y="0"/>
                  <a:pt x="283" y="0"/>
                </a:cubicBezTo>
                <a:close/>
                <a:moveTo>
                  <a:pt x="102" y="128"/>
                </a:moveTo>
                <a:cubicBezTo>
                  <a:pt x="67" y="128"/>
                  <a:pt x="38" y="157"/>
                  <a:pt x="38" y="192"/>
                </a:cubicBezTo>
                <a:cubicBezTo>
                  <a:pt x="38" y="227"/>
                  <a:pt x="67" y="256"/>
                  <a:pt x="102" y="256"/>
                </a:cubicBezTo>
                <a:cubicBezTo>
                  <a:pt x="137" y="256"/>
                  <a:pt x="166" y="227"/>
                  <a:pt x="166" y="192"/>
                </a:cubicBezTo>
                <a:cubicBezTo>
                  <a:pt x="166" y="157"/>
                  <a:pt x="137" y="128"/>
                  <a:pt x="102" y="1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299" tIns="45649" rIns="91299" bIns="45649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sp>
        <p:nvSpPr>
          <p:cNvPr id="17" name="TextBox 16"/>
          <p:cNvSpPr txBox="1"/>
          <p:nvPr/>
        </p:nvSpPr>
        <p:spPr>
          <a:xfrm>
            <a:off x="10127964" y="5075841"/>
            <a:ext cx="15372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0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221" y="6180822"/>
            <a:ext cx="596900" cy="365125"/>
          </a:xfrm>
        </p:spPr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05467" y="1018272"/>
            <a:ext cx="5999196" cy="28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0413" y="1018272"/>
            <a:ext cx="3403600" cy="28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1213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10413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82000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153587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2788" y="1464031"/>
            <a:ext cx="1031875" cy="1063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1463" y="1018272"/>
            <a:ext cx="352424" cy="32586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1213" y="3013431"/>
            <a:ext cx="1952625" cy="534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907151" y="2822931"/>
            <a:ext cx="4981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</p:cNvCxnSpPr>
          <p:nvPr/>
        </p:nvCxnSpPr>
        <p:spPr>
          <a:xfrm>
            <a:off x="6888726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2"/>
          </p:cNvCxnSpPr>
          <p:nvPr/>
        </p:nvCxnSpPr>
        <p:spPr>
          <a:xfrm>
            <a:off x="1907151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9" idx="2"/>
          </p:cNvCxnSpPr>
          <p:nvPr/>
        </p:nvCxnSpPr>
        <p:spPr>
          <a:xfrm>
            <a:off x="3126351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0" idx="2"/>
          </p:cNvCxnSpPr>
          <p:nvPr/>
        </p:nvCxnSpPr>
        <p:spPr>
          <a:xfrm>
            <a:off x="4397938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1" idx="2"/>
          </p:cNvCxnSpPr>
          <p:nvPr/>
        </p:nvCxnSpPr>
        <p:spPr>
          <a:xfrm>
            <a:off x="5669525" y="2527706"/>
            <a:ext cx="0" cy="29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391213" y="3816706"/>
            <a:ext cx="1952625" cy="5349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28014" y="3013432"/>
            <a:ext cx="2644774" cy="3043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728014" y="3502382"/>
            <a:ext cx="2644774" cy="3043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28014" y="4054832"/>
            <a:ext cx="2644774" cy="5161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776995" y="1675081"/>
            <a:ext cx="2301262" cy="859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761239" y="2894368"/>
            <a:ext cx="2332774" cy="534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1463" y="4723797"/>
            <a:ext cx="352424" cy="14798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391214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835455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279696" y="4781590"/>
            <a:ext cx="1005840" cy="1387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23937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168178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612419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56661" y="4781590"/>
            <a:ext cx="1005840" cy="1387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57" name="Straight Arrow Connector 56"/>
          <p:cNvCxnSpPr>
            <a:stCxn id="5" idx="2"/>
            <a:endCxn id="37" idx="0"/>
          </p:cNvCxnSpPr>
          <p:nvPr/>
        </p:nvCxnSpPr>
        <p:spPr>
          <a:xfrm>
            <a:off x="2367526" y="3548343"/>
            <a:ext cx="0" cy="268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5" idx="0"/>
          </p:cNvCxnSpPr>
          <p:nvPr/>
        </p:nvCxnSpPr>
        <p:spPr>
          <a:xfrm>
            <a:off x="2367525" y="2822931"/>
            <a:ext cx="1" cy="190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endCxn id="38" idx="0"/>
          </p:cNvCxnSpPr>
          <p:nvPr/>
        </p:nvCxnSpPr>
        <p:spPr>
          <a:xfrm>
            <a:off x="5050401" y="2822931"/>
            <a:ext cx="0" cy="190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8" idx="2"/>
            <a:endCxn id="39" idx="0"/>
          </p:cNvCxnSpPr>
          <p:nvPr/>
        </p:nvCxnSpPr>
        <p:spPr>
          <a:xfrm>
            <a:off x="5050401" y="3317778"/>
            <a:ext cx="0" cy="18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044250-B611-B607-4BD5-EEA749D16D9E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>
            <a:off x="5050401" y="3806728"/>
            <a:ext cx="0" cy="248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FE832E-0405-82D7-7193-23F276E6ACEF}"/>
              </a:ext>
            </a:extLst>
          </p:cNvPr>
          <p:cNvCxnSpPr>
            <a:cxnSpLocks/>
            <a:stCxn id="42" idx="1"/>
            <a:endCxn id="38" idx="3"/>
          </p:cNvCxnSpPr>
          <p:nvPr/>
        </p:nvCxnSpPr>
        <p:spPr>
          <a:xfrm flipH="1">
            <a:off x="6372788" y="3161824"/>
            <a:ext cx="2388451" cy="3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BADD42-F23B-4F3C-D45B-C653FD4BCC3C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927626" y="2534407"/>
            <a:ext cx="0" cy="35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ED439B9-9E33-4802-71DC-9572188F747C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6353029" y="2104744"/>
            <a:ext cx="2423966" cy="954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DA55E7F-661F-4955-558E-4938CF1EB905}"/>
              </a:ext>
            </a:extLst>
          </p:cNvPr>
          <p:cNvSpPr/>
          <p:nvPr/>
        </p:nvSpPr>
        <p:spPr>
          <a:xfrm>
            <a:off x="706427" y="853173"/>
            <a:ext cx="10573853" cy="542289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1ED8C2-3076-CAAD-8931-9262E96DC26D}"/>
              </a:ext>
            </a:extLst>
          </p:cNvPr>
          <p:cNvCxnSpPr>
            <a:cxnSpLocks/>
          </p:cNvCxnSpPr>
          <p:nvPr/>
        </p:nvCxnSpPr>
        <p:spPr>
          <a:xfrm>
            <a:off x="706427" y="4675873"/>
            <a:ext cx="1057385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98011" y="6357107"/>
            <a:ext cx="15572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2460" y="3281652"/>
            <a:ext cx="1281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176720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306863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622817" y="4728229"/>
            <a:ext cx="1208080" cy="1475432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307590" y="6419022"/>
            <a:ext cx="384732" cy="18130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692322" y="6380435"/>
            <a:ext cx="36604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9DAD58D-53BE-CB1F-69CE-903902D22C2B}"/>
              </a:ext>
            </a:extLst>
          </p:cNvPr>
          <p:cNvCxnSpPr>
            <a:stCxn id="37" idx="3"/>
            <a:endCxn id="38" idx="1"/>
          </p:cNvCxnSpPr>
          <p:nvPr/>
        </p:nvCxnSpPr>
        <p:spPr>
          <a:xfrm flipV="1">
            <a:off x="3343838" y="3165605"/>
            <a:ext cx="384176" cy="918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273AA7-A847-1428-85CE-0621D791E194}"/>
              </a:ext>
            </a:extLst>
          </p:cNvPr>
          <p:cNvCxnSpPr>
            <a:endCxn id="39" idx="1"/>
          </p:cNvCxnSpPr>
          <p:nvPr/>
        </p:nvCxnSpPr>
        <p:spPr>
          <a:xfrm>
            <a:off x="3547533" y="3651405"/>
            <a:ext cx="180481" cy="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8327919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37425-878F-7DB3-19D2-12457364653C}"/>
              </a:ext>
            </a:extLst>
          </p:cNvPr>
          <p:cNvSpPr txBox="1"/>
          <p:nvPr/>
        </p:nvSpPr>
        <p:spPr>
          <a:xfrm>
            <a:off x="7912941" y="3720134"/>
            <a:ext cx="2975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D78F29-88C7-86B8-0CD7-0A2BA5593DC9}"/>
              </a:ext>
            </a:extLst>
          </p:cNvPr>
          <p:cNvSpPr txBox="1"/>
          <p:nvPr/>
        </p:nvSpPr>
        <p:spPr>
          <a:xfrm>
            <a:off x="7912941" y="4195447"/>
            <a:ext cx="2887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71CF0B-E606-2C39-41CC-96B5D942CE35}"/>
              </a:ext>
            </a:extLst>
          </p:cNvPr>
          <p:cNvSpPr/>
          <p:nvPr/>
        </p:nvSpPr>
        <p:spPr>
          <a:xfrm>
            <a:off x="7168178" y="3718991"/>
            <a:ext cx="549628" cy="344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DBB722-028B-60C1-17AD-0CD1407D0470}"/>
              </a:ext>
            </a:extLst>
          </p:cNvPr>
          <p:cNvSpPr/>
          <p:nvPr/>
        </p:nvSpPr>
        <p:spPr>
          <a:xfrm>
            <a:off x="7168179" y="4169597"/>
            <a:ext cx="549628" cy="3287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60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7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4671" y="2477915"/>
            <a:ext cx="5459986" cy="1131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 i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4671" y="999839"/>
            <a:ext cx="9618329" cy="122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58192-3B4B-455C-AFB2-1712C435BDAF}"/>
              </a:ext>
            </a:extLst>
          </p:cNvPr>
          <p:cNvSpPr/>
          <p:nvPr/>
        </p:nvSpPr>
        <p:spPr>
          <a:xfrm>
            <a:off x="564799" y="3958245"/>
            <a:ext cx="1330374" cy="4137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17" tIns="57617" rIns="57617" bIns="57617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58192-3B4B-455C-AFB2-1712C435BDAF}"/>
              </a:ext>
            </a:extLst>
          </p:cNvPr>
          <p:cNvSpPr/>
          <p:nvPr/>
        </p:nvSpPr>
        <p:spPr>
          <a:xfrm>
            <a:off x="564799" y="4651005"/>
            <a:ext cx="1330374" cy="4137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17" tIns="57617" rIns="57617" bIns="57617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2993" y="4292407"/>
            <a:ext cx="1063113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1" name="Elbow Connector 10"/>
          <p:cNvCxnSpPr>
            <a:stCxn id="8" idx="3"/>
            <a:endCxn id="5" idx="0"/>
          </p:cNvCxnSpPr>
          <p:nvPr/>
        </p:nvCxnSpPr>
        <p:spPr>
          <a:xfrm>
            <a:off x="1895173" y="4165102"/>
            <a:ext cx="659377" cy="127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3"/>
            <a:endCxn id="5" idx="2"/>
          </p:cNvCxnSpPr>
          <p:nvPr/>
        </p:nvCxnSpPr>
        <p:spPr>
          <a:xfrm flipV="1">
            <a:off x="1895173" y="4730557"/>
            <a:ext cx="659377" cy="127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805001" y="4140788"/>
            <a:ext cx="968543" cy="7413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0145" y="3859209"/>
            <a:ext cx="799593" cy="3238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090145" y="4354043"/>
            <a:ext cx="799593" cy="3238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090145" y="4839882"/>
            <a:ext cx="799593" cy="3238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103338" y="4107953"/>
            <a:ext cx="70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7" name="Elbow Connector 96"/>
          <p:cNvCxnSpPr>
            <a:cxnSpLocks/>
            <a:stCxn id="45" idx="3"/>
            <a:endCxn id="56" idx="1"/>
          </p:cNvCxnSpPr>
          <p:nvPr/>
        </p:nvCxnSpPr>
        <p:spPr>
          <a:xfrm flipV="1">
            <a:off x="4773544" y="4021134"/>
            <a:ext cx="1316601" cy="490348"/>
          </a:xfrm>
          <a:prstGeom prst="bentConnector3">
            <a:avLst>
              <a:gd name="adj1" fmla="val 748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cxnSpLocks/>
            <a:stCxn id="45" idx="3"/>
            <a:endCxn id="57" idx="1"/>
          </p:cNvCxnSpPr>
          <p:nvPr/>
        </p:nvCxnSpPr>
        <p:spPr>
          <a:xfrm>
            <a:off x="4773544" y="4511482"/>
            <a:ext cx="1316601" cy="4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/>
          <p:cNvCxnSpPr>
            <a:cxnSpLocks/>
            <a:stCxn id="45" idx="3"/>
            <a:endCxn id="58" idx="1"/>
          </p:cNvCxnSpPr>
          <p:nvPr/>
        </p:nvCxnSpPr>
        <p:spPr>
          <a:xfrm>
            <a:off x="4773544" y="4511482"/>
            <a:ext cx="1316601" cy="490325"/>
          </a:xfrm>
          <a:prstGeom prst="bentConnector3">
            <a:avLst>
              <a:gd name="adj1" fmla="val 748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991655" y="4094421"/>
            <a:ext cx="793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155" name="Straight Arrow Connector 154"/>
          <p:cNvCxnSpPr>
            <a:stCxn id="5" idx="3"/>
            <a:endCxn id="45" idx="1"/>
          </p:cNvCxnSpPr>
          <p:nvPr/>
        </p:nvCxnSpPr>
        <p:spPr>
          <a:xfrm>
            <a:off x="3086106" y="4511482"/>
            <a:ext cx="718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59221" y="1640707"/>
            <a:ext cx="6096000" cy="585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50" indent="-285750" algn="l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3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B167D-97F1-6F25-36F0-2496C57C9E59}"/>
              </a:ext>
            </a:extLst>
          </p:cNvPr>
          <p:cNvSpPr txBox="1"/>
          <p:nvPr/>
        </p:nvSpPr>
        <p:spPr>
          <a:xfrm>
            <a:off x="7436022" y="2477915"/>
            <a:ext cx="4019199" cy="20938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4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285744" indent="-285744" algn="just" fontAlgn="base">
              <a:lnSpc>
                <a:spcPct val="114000"/>
              </a:lnSpc>
              <a:spcBef>
                <a:spcPts val="7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l">
              <a:lnSpc>
                <a:spcPct val="100000"/>
              </a:lnSpc>
            </a:pPr>
            <a:endParaRPr lang="en-GB" sz="14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A1F3B8-CB1B-C460-9DA2-9C6EC58BD19A}"/>
              </a:ext>
            </a:extLst>
          </p:cNvPr>
          <p:cNvSpPr/>
          <p:nvPr/>
        </p:nvSpPr>
        <p:spPr>
          <a:xfrm>
            <a:off x="1056631" y="6101891"/>
            <a:ext cx="10105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spc="-4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hevron 37">
            <a:extLst>
              <a:ext uri="{FF2B5EF4-FFF2-40B4-BE49-F238E27FC236}">
                <a16:creationId xmlns:a16="http://schemas.microsoft.com/office/drawing/2014/main" id="{C0E5432D-D28B-E512-D468-5DEC5DAA9E36}"/>
              </a:ext>
            </a:extLst>
          </p:cNvPr>
          <p:cNvSpPr/>
          <p:nvPr/>
        </p:nvSpPr>
        <p:spPr>
          <a:xfrm rot="5400000">
            <a:off x="5968263" y="5555149"/>
            <a:ext cx="282031" cy="53941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33E406-AD60-B6F4-C245-E1405EF34E55}"/>
              </a:ext>
            </a:extLst>
          </p:cNvPr>
          <p:cNvSpPr/>
          <p:nvPr/>
        </p:nvSpPr>
        <p:spPr>
          <a:xfrm>
            <a:off x="414672" y="3866944"/>
            <a:ext cx="4631576" cy="1388308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2822685"/>
            <a:ext cx="6383189" cy="10071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572597" y="3007354"/>
            <a:ext cx="1712214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6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invGray">
          <a:xfrm>
            <a:off x="1763190" y="1579904"/>
            <a:ext cx="1453114" cy="1384666"/>
          </a:xfrm>
          <a:prstGeom prst="homePlate">
            <a:avLst>
              <a:gd name="adj" fmla="val 27929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4503" tIns="0" rIns="68580" bIns="0" anchor="ctr"/>
          <a:lstStyle/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invGray">
          <a:xfrm>
            <a:off x="3112246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>
              <a:lumMod val="7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invGray">
          <a:xfrm>
            <a:off x="4513332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>
            <a:lvl1pPr marL="93663" algn="l">
              <a:defRPr sz="2400">
                <a:solidFill>
                  <a:schemeClr val="tx1"/>
                </a:solidFill>
                <a:latin typeface="Arial" charset="0"/>
              </a:defRPr>
            </a:lvl1pPr>
            <a:lvl2pPr algn="l">
              <a:defRPr sz="2400">
                <a:solidFill>
                  <a:schemeClr val="tx1"/>
                </a:solidFill>
                <a:latin typeface="Arial" charset="0"/>
              </a:defRPr>
            </a:lvl2pPr>
            <a:lvl3pPr algn="l">
              <a:defRPr sz="2400">
                <a:solidFill>
                  <a:schemeClr val="tx1"/>
                </a:solidFill>
                <a:latin typeface="Arial" charset="0"/>
              </a:defRPr>
            </a:lvl3pPr>
            <a:lvl4pPr algn="l">
              <a:defRPr sz="2400">
                <a:solidFill>
                  <a:schemeClr val="tx1"/>
                </a:solidFill>
                <a:latin typeface="Arial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/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ctr"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invGray">
          <a:xfrm>
            <a:off x="5944148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>
            <a:lvl1pPr marL="93663" algn="l">
              <a:defRPr sz="2400">
                <a:solidFill>
                  <a:schemeClr val="tx1"/>
                </a:solidFill>
                <a:latin typeface="Arial" charset="0"/>
              </a:defRPr>
            </a:lvl1pPr>
            <a:lvl2pPr algn="l">
              <a:defRPr sz="2400">
                <a:solidFill>
                  <a:schemeClr val="tx1"/>
                </a:solidFill>
                <a:latin typeface="Arial" charset="0"/>
              </a:defRPr>
            </a:lvl2pPr>
            <a:lvl3pPr algn="l">
              <a:defRPr sz="2400">
                <a:solidFill>
                  <a:schemeClr val="tx1"/>
                </a:solidFill>
                <a:latin typeface="Arial" charset="0"/>
              </a:defRPr>
            </a:lvl3pPr>
            <a:lvl4pPr algn="l">
              <a:defRPr sz="2400">
                <a:solidFill>
                  <a:schemeClr val="tx1"/>
                </a:solidFill>
                <a:latin typeface="Arial" charset="0"/>
              </a:defRPr>
            </a:lvl4pPr>
            <a:lvl5pPr algn="l">
              <a:defRPr sz="2400">
                <a:solidFill>
                  <a:schemeClr val="tx1"/>
                </a:solidFill>
                <a:latin typeface="Arial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alt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ctr"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invGray">
          <a:xfrm>
            <a:off x="7380540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invGray">
          <a:xfrm>
            <a:off x="8746319" y="1562100"/>
            <a:ext cx="1523727" cy="1402470"/>
          </a:xfrm>
          <a:prstGeom prst="chevron">
            <a:avLst>
              <a:gd name="adj" fmla="val 28914"/>
            </a:avLst>
          </a:prstGeom>
          <a:solidFill>
            <a:schemeClr val="bg1"/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4503" tIns="0" rIns="137160" bIns="0" anchor="ctr"/>
          <a:lstStyle/>
          <a:p>
            <a:pPr>
              <a:lnSpc>
                <a:spcPct val="100000"/>
              </a:lnSpc>
            </a:pPr>
            <a:r>
              <a:rPr lang="en-GB" altLang="en-US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00000"/>
              </a:lnSpc>
            </a:pPr>
            <a:r>
              <a:rPr lang="en-GB" altLang="en-US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3808021" y="2984963"/>
            <a:ext cx="7151794" cy="84479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C7A7BE0-6414-0131-0AFD-158F739762F6}"/>
              </a:ext>
            </a:extLst>
          </p:cNvPr>
          <p:cNvGrpSpPr/>
          <p:nvPr/>
        </p:nvGrpSpPr>
        <p:grpSpPr>
          <a:xfrm>
            <a:off x="882361" y="3829755"/>
            <a:ext cx="10410132" cy="1967796"/>
            <a:chOff x="882361" y="3829755"/>
            <a:chExt cx="9274284" cy="1967796"/>
          </a:xfrm>
        </p:grpSpPr>
        <p:sp>
          <p:nvSpPr>
            <p:cNvPr id="13" name="AutoShape 14"/>
            <p:cNvSpPr>
              <a:spLocks noChangeArrowheads="1"/>
            </p:cNvSpPr>
            <p:nvPr/>
          </p:nvSpPr>
          <p:spPr bwMode="invGray">
            <a:xfrm>
              <a:off x="882361" y="4391824"/>
              <a:ext cx="1198717" cy="1386644"/>
            </a:xfrm>
            <a:prstGeom prst="homePlate">
              <a:avLst>
                <a:gd name="adj" fmla="val 2510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4" name="AutoShape 15"/>
            <p:cNvSpPr>
              <a:spLocks noChangeArrowheads="1"/>
            </p:cNvSpPr>
            <p:nvPr/>
          </p:nvSpPr>
          <p:spPr bwMode="invGray">
            <a:xfrm>
              <a:off x="3030470" y="4395082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AutoShape 16"/>
            <p:cNvSpPr>
              <a:spLocks noChangeArrowheads="1"/>
            </p:cNvSpPr>
            <p:nvPr/>
          </p:nvSpPr>
          <p:spPr bwMode="invGray">
            <a:xfrm>
              <a:off x="8785290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AutoShape 17"/>
            <p:cNvSpPr>
              <a:spLocks noChangeArrowheads="1"/>
            </p:cNvSpPr>
            <p:nvPr/>
          </p:nvSpPr>
          <p:spPr bwMode="invGray">
            <a:xfrm>
              <a:off x="1879341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>
                <a:lnSpc>
                  <a:spcPct val="100000"/>
                </a:lnSpc>
              </a:pPr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>
                <a:lnSpc>
                  <a:spcPct val="100000"/>
                </a:lnSpc>
              </a:pPr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>
                <a:lnSpc>
                  <a:spcPct val="100000"/>
                </a:lnSpc>
              </a:pPr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7" name="AutoShape 18"/>
            <p:cNvSpPr>
              <a:spLocks noChangeArrowheads="1"/>
            </p:cNvSpPr>
            <p:nvPr/>
          </p:nvSpPr>
          <p:spPr bwMode="invGray">
            <a:xfrm>
              <a:off x="4174969" y="4383911"/>
              <a:ext cx="1369496" cy="1402469"/>
            </a:xfrm>
            <a:prstGeom prst="chevron">
              <a:avLst>
                <a:gd name="adj" fmla="val 2598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18" name="AutoShape 19"/>
            <p:cNvSpPr>
              <a:spLocks noChangeArrowheads="1"/>
            </p:cNvSpPr>
            <p:nvPr/>
          </p:nvSpPr>
          <p:spPr bwMode="invGray">
            <a:xfrm>
              <a:off x="5326093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AutoShape 20"/>
            <p:cNvSpPr>
              <a:spLocks noChangeArrowheads="1"/>
            </p:cNvSpPr>
            <p:nvPr/>
          </p:nvSpPr>
          <p:spPr bwMode="invGray">
            <a:xfrm>
              <a:off x="6479075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0" name="AutoShape 21"/>
            <p:cNvSpPr>
              <a:spLocks noChangeArrowheads="1"/>
            </p:cNvSpPr>
            <p:nvPr/>
          </p:nvSpPr>
          <p:spPr bwMode="invGray">
            <a:xfrm>
              <a:off x="7632070" y="4383911"/>
              <a:ext cx="1371355" cy="1402469"/>
            </a:xfrm>
            <a:prstGeom prst="chevron">
              <a:avLst>
                <a:gd name="adj" fmla="val 2602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 algn="ctr">
              <a:solidFill>
                <a:schemeClr val="accent2">
                  <a:lumMod val="40000"/>
                  <a:lumOff val="6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87086" tIns="0" rIns="102870" bIns="0" anchor="ctr"/>
            <a:lstStyle/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alt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GB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88000" y="4067888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395402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86029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30467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92814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960730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49251" y="4067887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52022" y="4065964"/>
              <a:ext cx="22199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b="1" ker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cxnSp>
          <p:nvCxnSpPr>
            <p:cNvPr id="33" name="Straight Connector 32"/>
            <p:cNvCxnSpPr/>
            <p:nvPr/>
          </p:nvCxnSpPr>
          <p:spPr>
            <a:xfrm>
              <a:off x="899507" y="3829755"/>
              <a:ext cx="0" cy="54909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/>
          <p:cNvCxnSpPr/>
          <p:nvPr/>
        </p:nvCxnSpPr>
        <p:spPr>
          <a:xfrm>
            <a:off x="10959814" y="3842728"/>
            <a:ext cx="0" cy="54909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899507" y="2981704"/>
            <a:ext cx="2935243" cy="84805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5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10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gray">
          <a:xfrm>
            <a:off x="1897821" y="1003302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8" name="AutoShape 2"/>
          <p:cNvSpPr>
            <a:spLocks noChangeArrowheads="1"/>
          </p:cNvSpPr>
          <p:nvPr/>
        </p:nvSpPr>
        <p:spPr bwMode="gray">
          <a:xfrm rot="5400000">
            <a:off x="2805278" y="2685656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AutoShape 3"/>
          <p:cNvSpPr>
            <a:spLocks noChangeArrowheads="1"/>
          </p:cNvSpPr>
          <p:nvPr/>
        </p:nvSpPr>
        <p:spPr bwMode="gray">
          <a:xfrm rot="5400000">
            <a:off x="2805278" y="2000952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gray">
          <a:xfrm rot="5400000">
            <a:off x="2805278" y="131624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gray">
          <a:xfrm rot="5400000">
            <a:off x="2834764" y="661030"/>
            <a:ext cx="677789" cy="1480282"/>
          </a:xfrm>
          <a:prstGeom prst="homePlate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2" name="Text Box 22"/>
          <p:cNvSpPr txBox="1">
            <a:spLocks noChangeArrowheads="1"/>
          </p:cNvSpPr>
          <p:nvPr/>
        </p:nvSpPr>
        <p:spPr bwMode="gray">
          <a:xfrm>
            <a:off x="1897821" y="1688006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3" name="Text Box 23"/>
          <p:cNvSpPr txBox="1">
            <a:spLocks noChangeArrowheads="1"/>
          </p:cNvSpPr>
          <p:nvPr/>
        </p:nvSpPr>
        <p:spPr bwMode="gray">
          <a:xfrm>
            <a:off x="1897821" y="2372711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19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4" name="Text Box 24"/>
          <p:cNvSpPr txBox="1">
            <a:spLocks noChangeArrowheads="1"/>
          </p:cNvSpPr>
          <p:nvPr/>
        </p:nvSpPr>
        <p:spPr bwMode="gray">
          <a:xfrm>
            <a:off x="1897821" y="3057415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5" name="AutoShape 3"/>
          <p:cNvSpPr>
            <a:spLocks noChangeArrowheads="1"/>
          </p:cNvSpPr>
          <p:nvPr/>
        </p:nvSpPr>
        <p:spPr bwMode="gray">
          <a:xfrm rot="5400000">
            <a:off x="2805278" y="3370361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gray">
          <a:xfrm>
            <a:off x="1897821" y="3742120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7" name="AutoShape 3"/>
          <p:cNvSpPr>
            <a:spLocks noChangeArrowheads="1"/>
          </p:cNvSpPr>
          <p:nvPr/>
        </p:nvSpPr>
        <p:spPr bwMode="gray">
          <a:xfrm rot="5400000">
            <a:off x="2805278" y="4055065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vi-VN" altLang="zh-CN" sz="12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gray">
          <a:xfrm>
            <a:off x="1897821" y="4426825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19" name="Content Placeholder 3"/>
          <p:cNvSpPr txBox="1">
            <a:spLocks/>
          </p:cNvSpPr>
          <p:nvPr/>
        </p:nvSpPr>
        <p:spPr bwMode="gray">
          <a:xfrm>
            <a:off x="4008911" y="1003300"/>
            <a:ext cx="6456363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 algn="just">
              <a:lnSpc>
                <a:spcPct val="150000"/>
              </a:lnSpc>
              <a:buSzPct val="100000"/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ontent Placeholder 3"/>
          <p:cNvSpPr txBox="1">
            <a:spLocks/>
          </p:cNvSpPr>
          <p:nvPr/>
        </p:nvSpPr>
        <p:spPr bwMode="gray">
          <a:xfrm>
            <a:off x="4008802" y="1688006"/>
            <a:ext cx="6773498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  <a:defRPr sz="12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>
              <a:buNone/>
            </a:pPr>
            <a:r>
              <a:rPr lang="vi-VN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1" name="Content Placeholder 3"/>
          <p:cNvSpPr txBox="1">
            <a:spLocks/>
          </p:cNvSpPr>
          <p:nvPr/>
        </p:nvSpPr>
        <p:spPr bwMode="gray">
          <a:xfrm>
            <a:off x="4008912" y="2363589"/>
            <a:ext cx="6773388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ontent Placeholder 3"/>
          <p:cNvSpPr txBox="1">
            <a:spLocks/>
          </p:cNvSpPr>
          <p:nvPr/>
        </p:nvSpPr>
        <p:spPr bwMode="gray">
          <a:xfrm>
            <a:off x="4008912" y="3772201"/>
            <a:ext cx="6773388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0" indent="0">
              <a:spcBef>
                <a:spcPts val="286"/>
              </a:spcBef>
              <a:buSzPct val="100000"/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ontent Placeholder 3"/>
          <p:cNvSpPr txBox="1">
            <a:spLocks/>
          </p:cNvSpPr>
          <p:nvPr/>
        </p:nvSpPr>
        <p:spPr bwMode="gray">
          <a:xfrm>
            <a:off x="4008774" y="4471746"/>
            <a:ext cx="6773526" cy="57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108000" indent="-108000" algn="l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har char="•"/>
              <a:defRPr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>
              <a:lnSpc>
                <a:spcPct val="150000"/>
              </a:lnSpc>
              <a:spcBef>
                <a:spcPts val="286"/>
              </a:spcBef>
              <a:buSzPct val="100000"/>
              <a:buFont typeface="Wingdings" panose="05000000000000000000" pitchFamily="2" charset="2"/>
              <a:buChar char="q"/>
            </a:pPr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24" name="Content Placeholder 3"/>
          <p:cNvSpPr txBox="1">
            <a:spLocks/>
          </p:cNvSpPr>
          <p:nvPr/>
        </p:nvSpPr>
        <p:spPr bwMode="gray">
          <a:xfrm>
            <a:off x="3989203" y="3115924"/>
            <a:ext cx="6776835" cy="62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pPr marL="171450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GB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GB" sz="1200" baseline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4005466" y="1688006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005466" y="2374484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005466" y="3066069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005466" y="3756900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005466" y="4440219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3"/>
          <p:cNvSpPr>
            <a:spLocks noChangeArrowheads="1"/>
          </p:cNvSpPr>
          <p:nvPr/>
        </p:nvSpPr>
        <p:spPr bwMode="gray">
          <a:xfrm rot="5400000">
            <a:off x="2805278" y="472163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gray">
          <a:xfrm>
            <a:off x="1897821" y="5093397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3" name="Content Placeholder 3"/>
          <p:cNvSpPr txBox="1">
            <a:spLocks/>
          </p:cNvSpPr>
          <p:nvPr/>
        </p:nvSpPr>
        <p:spPr bwMode="gray">
          <a:xfrm>
            <a:off x="4008694" y="5093397"/>
            <a:ext cx="6519970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vi-VN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4005466" y="5072957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4092824C-AB87-CF6A-94F1-203199D5C909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2805278" y="5442637"/>
            <a:ext cx="736762" cy="1480282"/>
          </a:xfrm>
          <a:prstGeom prst="chevron">
            <a:avLst>
              <a:gd name="adj" fmla="val 15458"/>
            </a:avLst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rot="10800000" vert="vert" lIns="68560" tIns="68560" rIns="68560" bIns="68560" anchor="ctr" anchorCtr="1">
            <a:noAutofit/>
          </a:bodyPr>
          <a:lstStyle/>
          <a:p>
            <a:pPr marL="3023" algn="ctr" eaLnBrk="0" hangingPunct="0"/>
            <a:r>
              <a:rPr lang="en-US" altLang="zh-CN" sz="120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zh-CN" sz="120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24">
            <a:extLst>
              <a:ext uri="{FF2B5EF4-FFF2-40B4-BE49-F238E27FC236}">
                <a16:creationId xmlns:a16="http://schemas.microsoft.com/office/drawing/2014/main" id="{BBF9E49D-BDEB-DFF2-52C9-7E6509B8C21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97821" y="5814397"/>
            <a:ext cx="392612" cy="6229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defRPr sz="6000" b="1">
                <a:solidFill>
                  <a:schemeClr val="accent4"/>
                </a:solidFill>
                <a:latin typeface="+mn-lt"/>
                <a:ea typeface="PMingLiU-ExtB" pitchFamily="18" charset="-120"/>
                <a:cs typeface="Arial" charset="0"/>
              </a:defRPr>
            </a:lvl1pPr>
            <a:lvl2pPr marL="742950" indent="-285750" algn="l"/>
            <a:lvl3pPr marL="1143000" indent="-228600" algn="l"/>
            <a:lvl4pPr marL="1600200" indent="-228600" algn="l"/>
            <a:lvl5pPr marL="2057400" indent="-228600" algn="l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ctr"/>
            <a:r>
              <a:rPr lang="en-US" sz="419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4899CBDE-D944-4584-3398-86EF3F063398}"/>
              </a:ext>
            </a:extLst>
          </p:cNvPr>
          <p:cNvSpPr txBox="1">
            <a:spLocks/>
          </p:cNvSpPr>
          <p:nvPr/>
        </p:nvSpPr>
        <p:spPr bwMode="gray">
          <a:xfrm>
            <a:off x="4008693" y="5814397"/>
            <a:ext cx="6773607" cy="6229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indent="0" algn="l" ea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00000"/>
              <a:buNone/>
              <a:defRPr sz="1400" kern="0">
                <a:latin typeface="+mn-lt"/>
              </a:defRPr>
            </a:lvl1pPr>
            <a:lvl2pPr marL="216000" lvl="1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–"/>
              <a:defRPr kern="0" baseline="0">
                <a:latin typeface="+mn-lt"/>
              </a:defRPr>
            </a:lvl2pPr>
            <a:lvl3pPr marL="324000" lvl="2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3pPr>
            <a:lvl4pPr marL="432000" lvl="3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kern="0">
                <a:latin typeface="+mn-lt"/>
              </a:defRPr>
            </a:lvl4pPr>
            <a:lvl5pPr marL="540000" lvl="4" indent="-108000" algn="l" ea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-"/>
              <a:defRPr kern="0">
                <a:latin typeface="+mn-lt"/>
              </a:defRPr>
            </a:lvl5pPr>
            <a:lvl6pPr marL="648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6pPr>
            <a:lvl7pPr marL="756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7pPr>
            <a:lvl8pPr marL="864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8pPr>
            <a:lvl9pPr marL="972000" indent="-108000" fontAlgn="base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18038CE-7333-2935-4D7E-FC8FF79AEBD0}"/>
              </a:ext>
            </a:extLst>
          </p:cNvPr>
          <p:cNvCxnSpPr/>
          <p:nvPr/>
        </p:nvCxnSpPr>
        <p:spPr>
          <a:xfrm>
            <a:off x="4005466" y="5814397"/>
            <a:ext cx="64598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34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9C13-5B09-BD91-6AFC-F80975F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1CF0-BD43-E351-A3C1-46F2E5E33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11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7" name="Title 3">
            <a:extLst>
              <a:ext uri="{FF2B5EF4-FFF2-40B4-BE49-F238E27FC236}">
                <a16:creationId xmlns:a16="http://schemas.microsoft.com/office/drawing/2014/main" id="{7CB5AFB0-057A-5C72-C41D-6050A07A9C74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CD9D0E5-5D03-E8C6-631B-9AB32C0C36C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B1057CE3-F8B0-DA1E-E95D-8C219484E460}"/>
              </a:ext>
            </a:extLst>
          </p:cNvPr>
          <p:cNvGraphicFramePr>
            <a:graphicFrameLocks/>
          </p:cNvGraphicFramePr>
          <p:nvPr/>
        </p:nvGraphicFramePr>
        <p:xfrm>
          <a:off x="577055" y="908388"/>
          <a:ext cx="11037889" cy="5462143"/>
        </p:xfrm>
        <a:graphic>
          <a:graphicData uri="http://schemas.openxmlformats.org/drawingml/2006/table">
            <a:tbl>
              <a:tblPr firstRow="1" bandRow="1"/>
              <a:tblGrid>
                <a:gridCol w="247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0532">
                  <a:extLst>
                    <a:ext uri="{9D8B030D-6E8A-4147-A177-3AD203B41FA5}">
                      <a16:colId xmlns:a16="http://schemas.microsoft.com/office/drawing/2014/main" val="950253972"/>
                    </a:ext>
                  </a:extLst>
                </a:gridCol>
                <a:gridCol w="1950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1580">
                <a:tc gridSpan="2"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 baseline="300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276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29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vi-V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288108"/>
                  </a:ext>
                </a:extLst>
              </a:tr>
              <a:tr h="496229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alt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40859"/>
                  </a:ext>
                </a:extLst>
              </a:tr>
              <a:tr h="7948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alt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GB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GB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4844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vi-VN" sz="1200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200" kern="12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endParaRPr lang="en-GB" sz="12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82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818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200" kern="120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sz="1200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359D540-94B0-572A-CC73-E3F99D53ED01}"/>
              </a:ext>
            </a:extLst>
          </p:cNvPr>
          <p:cNvSpPr/>
          <p:nvPr/>
        </p:nvSpPr>
        <p:spPr bwMode="gray">
          <a:xfrm>
            <a:off x="6866481" y="520790"/>
            <a:ext cx="346967" cy="21468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A7A9F8-8FFB-B693-9941-C8E45B25E48E}"/>
              </a:ext>
            </a:extLst>
          </p:cNvPr>
          <p:cNvSpPr txBox="1"/>
          <p:nvPr/>
        </p:nvSpPr>
        <p:spPr bwMode="gray">
          <a:xfrm>
            <a:off x="7315048" y="520790"/>
            <a:ext cx="26850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75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4284811" y="3038129"/>
            <a:ext cx="6728629" cy="5762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US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5B24CCB-0564-4978-92F4-DAB0EDB1A555}"/>
              </a:ext>
            </a:extLst>
          </p:cNvPr>
          <p:cNvSpPr txBox="1">
            <a:spLocks/>
          </p:cNvSpPr>
          <p:nvPr/>
        </p:nvSpPr>
        <p:spPr bwMode="gray">
          <a:xfrm>
            <a:off x="2358189" y="3007354"/>
            <a:ext cx="1926622" cy="6378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>
              <a:buNone/>
              <a:defRPr/>
            </a:pPr>
            <a:r>
              <a:rPr lang="en-GB" sz="3200" b="1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0641F5-3E9C-4471-8D12-A3F83B3804A0}"/>
              </a:ext>
            </a:extLst>
          </p:cNvPr>
          <p:cNvSpPr/>
          <p:nvPr/>
        </p:nvSpPr>
        <p:spPr>
          <a:xfrm>
            <a:off x="4089400" y="2941043"/>
            <a:ext cx="118533" cy="7704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7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9870" y="6221058"/>
            <a:ext cx="596900" cy="365125"/>
          </a:xfrm>
        </p:spPr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C68C5B-3C81-298F-B13B-6264E41B83E2}"/>
              </a:ext>
            </a:extLst>
          </p:cNvPr>
          <p:cNvSpPr/>
          <p:nvPr/>
        </p:nvSpPr>
        <p:spPr>
          <a:xfrm>
            <a:off x="4372033" y="1877577"/>
            <a:ext cx="3660197" cy="410631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669" tIns="69669" rIns="69669" bIns="69669" rtlCol="0" anchor="t"/>
          <a:lstStyle/>
          <a:p>
            <a:pPr algn="just">
              <a:lnSpc>
                <a:spcPct val="150000"/>
              </a:lnSpc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32231" y="1877577"/>
            <a:ext cx="3902574" cy="3220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0" lvl="1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200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53048" y="1878241"/>
            <a:ext cx="3930472" cy="4320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lvl="1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628650" lvl="2" indent="-171450" algn="just" defTabSz="5334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6218" y="1047214"/>
            <a:ext cx="3811472" cy="654562"/>
            <a:chOff x="1179196" y="1450832"/>
            <a:chExt cx="3751385" cy="644243"/>
          </a:xfrm>
        </p:grpSpPr>
        <p:sp>
          <p:nvSpPr>
            <p:cNvPr id="28" name="Freeform: Shape 108">
              <a:extLst>
                <a:ext uri="{FF2B5EF4-FFF2-40B4-BE49-F238E27FC236}">
                  <a16:creationId xmlns:a16="http://schemas.microsoft.com/office/drawing/2014/main" id="{1733C099-D3C2-4B5B-9BC4-D79CF0DEEF5F}"/>
                </a:ext>
              </a:extLst>
            </p:cNvPr>
            <p:cNvSpPr/>
            <p:nvPr/>
          </p:nvSpPr>
          <p:spPr>
            <a:xfrm>
              <a:off x="1179196" y="1450832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1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1552522" y="1587239"/>
              <a:ext cx="395892" cy="346746"/>
            </a:xfrm>
            <a:custGeom>
              <a:avLst/>
              <a:gdLst>
                <a:gd name="T0" fmla="*/ 725 w 765"/>
                <a:gd name="T1" fmla="*/ 514 h 666"/>
                <a:gd name="T2" fmla="*/ 242 w 765"/>
                <a:gd name="T3" fmla="*/ 514 h 666"/>
                <a:gd name="T4" fmla="*/ 202 w 765"/>
                <a:gd name="T5" fmla="*/ 555 h 666"/>
                <a:gd name="T6" fmla="*/ 202 w 765"/>
                <a:gd name="T7" fmla="*/ 595 h 666"/>
                <a:gd name="T8" fmla="*/ 242 w 765"/>
                <a:gd name="T9" fmla="*/ 635 h 666"/>
                <a:gd name="T10" fmla="*/ 725 w 765"/>
                <a:gd name="T11" fmla="*/ 635 h 666"/>
                <a:gd name="T12" fmla="*/ 765 w 765"/>
                <a:gd name="T13" fmla="*/ 595 h 666"/>
                <a:gd name="T14" fmla="*/ 765 w 765"/>
                <a:gd name="T15" fmla="*/ 555 h 666"/>
                <a:gd name="T16" fmla="*/ 725 w 765"/>
                <a:gd name="T17" fmla="*/ 514 h 666"/>
                <a:gd name="T18" fmla="*/ 127 w 765"/>
                <a:gd name="T19" fmla="*/ 553 h 666"/>
                <a:gd name="T20" fmla="*/ 35 w 765"/>
                <a:gd name="T21" fmla="*/ 495 h 666"/>
                <a:gd name="T22" fmla="*/ 0 w 765"/>
                <a:gd name="T23" fmla="*/ 514 h 666"/>
                <a:gd name="T24" fmla="*/ 0 w 765"/>
                <a:gd name="T25" fmla="*/ 635 h 666"/>
                <a:gd name="T26" fmla="*/ 35 w 765"/>
                <a:gd name="T27" fmla="*/ 654 h 666"/>
                <a:gd name="T28" fmla="*/ 127 w 765"/>
                <a:gd name="T29" fmla="*/ 596 h 666"/>
                <a:gd name="T30" fmla="*/ 127 w 765"/>
                <a:gd name="T31" fmla="*/ 553 h 666"/>
                <a:gd name="T32" fmla="*/ 725 w 765"/>
                <a:gd name="T33" fmla="*/ 273 h 666"/>
                <a:gd name="T34" fmla="*/ 242 w 765"/>
                <a:gd name="T35" fmla="*/ 273 h 666"/>
                <a:gd name="T36" fmla="*/ 202 w 765"/>
                <a:gd name="T37" fmla="*/ 313 h 666"/>
                <a:gd name="T38" fmla="*/ 202 w 765"/>
                <a:gd name="T39" fmla="*/ 353 h 666"/>
                <a:gd name="T40" fmla="*/ 242 w 765"/>
                <a:gd name="T41" fmla="*/ 394 h 666"/>
                <a:gd name="T42" fmla="*/ 725 w 765"/>
                <a:gd name="T43" fmla="*/ 394 h 666"/>
                <a:gd name="T44" fmla="*/ 765 w 765"/>
                <a:gd name="T45" fmla="*/ 353 h 666"/>
                <a:gd name="T46" fmla="*/ 765 w 765"/>
                <a:gd name="T47" fmla="*/ 313 h 666"/>
                <a:gd name="T48" fmla="*/ 725 w 765"/>
                <a:gd name="T49" fmla="*/ 273 h 666"/>
                <a:gd name="T50" fmla="*/ 35 w 765"/>
                <a:gd name="T51" fmla="*/ 412 h 666"/>
                <a:gd name="T52" fmla="*/ 127 w 765"/>
                <a:gd name="T53" fmla="*/ 354 h 666"/>
                <a:gd name="T54" fmla="*/ 126 w 765"/>
                <a:gd name="T55" fmla="*/ 315 h 666"/>
                <a:gd name="T56" fmla="*/ 37 w 765"/>
                <a:gd name="T57" fmla="*/ 271 h 666"/>
                <a:gd name="T58" fmla="*/ 0 w 765"/>
                <a:gd name="T59" fmla="*/ 293 h 666"/>
                <a:gd name="T60" fmla="*/ 0 w 765"/>
                <a:gd name="T61" fmla="*/ 394 h 666"/>
                <a:gd name="T62" fmla="*/ 35 w 765"/>
                <a:gd name="T63" fmla="*/ 412 h 666"/>
                <a:gd name="T64" fmla="*/ 725 w 765"/>
                <a:gd name="T65" fmla="*/ 31 h 666"/>
                <a:gd name="T66" fmla="*/ 242 w 765"/>
                <a:gd name="T67" fmla="*/ 31 h 666"/>
                <a:gd name="T68" fmla="*/ 202 w 765"/>
                <a:gd name="T69" fmla="*/ 71 h 666"/>
                <a:gd name="T70" fmla="*/ 202 w 765"/>
                <a:gd name="T71" fmla="*/ 112 h 666"/>
                <a:gd name="T72" fmla="*/ 242 w 765"/>
                <a:gd name="T73" fmla="*/ 152 h 666"/>
                <a:gd name="T74" fmla="*/ 725 w 765"/>
                <a:gd name="T75" fmla="*/ 152 h 666"/>
                <a:gd name="T76" fmla="*/ 765 w 765"/>
                <a:gd name="T77" fmla="*/ 112 h 666"/>
                <a:gd name="T78" fmla="*/ 765 w 765"/>
                <a:gd name="T79" fmla="*/ 71 h 666"/>
                <a:gd name="T80" fmla="*/ 725 w 765"/>
                <a:gd name="T81" fmla="*/ 31 h 666"/>
                <a:gd name="T82" fmla="*/ 127 w 765"/>
                <a:gd name="T83" fmla="*/ 70 h 666"/>
                <a:gd name="T84" fmla="*/ 35 w 765"/>
                <a:gd name="T85" fmla="*/ 12 h 666"/>
                <a:gd name="T86" fmla="*/ 0 w 765"/>
                <a:gd name="T87" fmla="*/ 31 h 666"/>
                <a:gd name="T88" fmla="*/ 0 w 765"/>
                <a:gd name="T89" fmla="*/ 152 h 666"/>
                <a:gd name="T90" fmla="*/ 35 w 765"/>
                <a:gd name="T91" fmla="*/ 171 h 666"/>
                <a:gd name="T92" fmla="*/ 127 w 765"/>
                <a:gd name="T93" fmla="*/ 113 h 666"/>
                <a:gd name="T94" fmla="*/ 127 w 765"/>
                <a:gd name="T95" fmla="*/ 7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65" h="666">
                  <a:moveTo>
                    <a:pt x="725" y="514"/>
                  </a:moveTo>
                  <a:lnTo>
                    <a:pt x="242" y="514"/>
                  </a:lnTo>
                  <a:cubicBezTo>
                    <a:pt x="220" y="514"/>
                    <a:pt x="202" y="532"/>
                    <a:pt x="202" y="555"/>
                  </a:cubicBezTo>
                  <a:lnTo>
                    <a:pt x="202" y="595"/>
                  </a:lnTo>
                  <a:cubicBezTo>
                    <a:pt x="202" y="617"/>
                    <a:pt x="220" y="635"/>
                    <a:pt x="242" y="635"/>
                  </a:cubicBezTo>
                  <a:lnTo>
                    <a:pt x="725" y="635"/>
                  </a:lnTo>
                  <a:cubicBezTo>
                    <a:pt x="747" y="635"/>
                    <a:pt x="765" y="617"/>
                    <a:pt x="765" y="595"/>
                  </a:cubicBezTo>
                  <a:lnTo>
                    <a:pt x="765" y="555"/>
                  </a:lnTo>
                  <a:cubicBezTo>
                    <a:pt x="765" y="532"/>
                    <a:pt x="747" y="514"/>
                    <a:pt x="725" y="514"/>
                  </a:cubicBezTo>
                  <a:close/>
                  <a:moveTo>
                    <a:pt x="127" y="553"/>
                  </a:moveTo>
                  <a:lnTo>
                    <a:pt x="35" y="495"/>
                  </a:lnTo>
                  <a:cubicBezTo>
                    <a:pt x="16" y="484"/>
                    <a:pt x="0" y="492"/>
                    <a:pt x="0" y="514"/>
                  </a:cubicBezTo>
                  <a:lnTo>
                    <a:pt x="0" y="635"/>
                  </a:lnTo>
                  <a:cubicBezTo>
                    <a:pt x="0" y="657"/>
                    <a:pt x="16" y="666"/>
                    <a:pt x="35" y="654"/>
                  </a:cubicBezTo>
                  <a:lnTo>
                    <a:pt x="127" y="596"/>
                  </a:lnTo>
                  <a:cubicBezTo>
                    <a:pt x="146" y="584"/>
                    <a:pt x="146" y="565"/>
                    <a:pt x="127" y="553"/>
                  </a:cubicBezTo>
                  <a:close/>
                  <a:moveTo>
                    <a:pt x="725" y="273"/>
                  </a:moveTo>
                  <a:lnTo>
                    <a:pt x="242" y="273"/>
                  </a:lnTo>
                  <a:cubicBezTo>
                    <a:pt x="220" y="273"/>
                    <a:pt x="202" y="291"/>
                    <a:pt x="202" y="313"/>
                  </a:cubicBezTo>
                  <a:lnTo>
                    <a:pt x="202" y="353"/>
                  </a:lnTo>
                  <a:cubicBezTo>
                    <a:pt x="202" y="375"/>
                    <a:pt x="220" y="394"/>
                    <a:pt x="242" y="394"/>
                  </a:cubicBezTo>
                  <a:lnTo>
                    <a:pt x="725" y="394"/>
                  </a:lnTo>
                  <a:cubicBezTo>
                    <a:pt x="747" y="394"/>
                    <a:pt x="765" y="375"/>
                    <a:pt x="765" y="353"/>
                  </a:cubicBezTo>
                  <a:lnTo>
                    <a:pt x="765" y="313"/>
                  </a:lnTo>
                  <a:cubicBezTo>
                    <a:pt x="765" y="291"/>
                    <a:pt x="747" y="273"/>
                    <a:pt x="725" y="273"/>
                  </a:cubicBezTo>
                  <a:close/>
                  <a:moveTo>
                    <a:pt x="35" y="412"/>
                  </a:moveTo>
                  <a:lnTo>
                    <a:pt x="127" y="354"/>
                  </a:lnTo>
                  <a:cubicBezTo>
                    <a:pt x="146" y="343"/>
                    <a:pt x="145" y="325"/>
                    <a:pt x="126" y="315"/>
                  </a:cubicBezTo>
                  <a:lnTo>
                    <a:pt x="37" y="271"/>
                  </a:lnTo>
                  <a:cubicBezTo>
                    <a:pt x="17" y="261"/>
                    <a:pt x="0" y="271"/>
                    <a:pt x="0" y="293"/>
                  </a:cubicBezTo>
                  <a:lnTo>
                    <a:pt x="0" y="394"/>
                  </a:lnTo>
                  <a:cubicBezTo>
                    <a:pt x="0" y="416"/>
                    <a:pt x="16" y="424"/>
                    <a:pt x="35" y="412"/>
                  </a:cubicBezTo>
                  <a:close/>
                  <a:moveTo>
                    <a:pt x="725" y="31"/>
                  </a:moveTo>
                  <a:lnTo>
                    <a:pt x="242" y="31"/>
                  </a:lnTo>
                  <a:cubicBezTo>
                    <a:pt x="220" y="31"/>
                    <a:pt x="202" y="49"/>
                    <a:pt x="202" y="71"/>
                  </a:cubicBezTo>
                  <a:lnTo>
                    <a:pt x="202" y="112"/>
                  </a:lnTo>
                  <a:cubicBezTo>
                    <a:pt x="202" y="134"/>
                    <a:pt x="220" y="152"/>
                    <a:pt x="242" y="152"/>
                  </a:cubicBezTo>
                  <a:lnTo>
                    <a:pt x="725" y="152"/>
                  </a:lnTo>
                  <a:cubicBezTo>
                    <a:pt x="747" y="152"/>
                    <a:pt x="765" y="134"/>
                    <a:pt x="765" y="112"/>
                  </a:cubicBezTo>
                  <a:lnTo>
                    <a:pt x="765" y="71"/>
                  </a:lnTo>
                  <a:cubicBezTo>
                    <a:pt x="765" y="49"/>
                    <a:pt x="747" y="31"/>
                    <a:pt x="725" y="31"/>
                  </a:cubicBezTo>
                  <a:close/>
                  <a:moveTo>
                    <a:pt x="127" y="70"/>
                  </a:moveTo>
                  <a:lnTo>
                    <a:pt x="35" y="12"/>
                  </a:lnTo>
                  <a:cubicBezTo>
                    <a:pt x="16" y="0"/>
                    <a:pt x="0" y="9"/>
                    <a:pt x="0" y="31"/>
                  </a:cubicBezTo>
                  <a:lnTo>
                    <a:pt x="0" y="152"/>
                  </a:lnTo>
                  <a:cubicBezTo>
                    <a:pt x="0" y="174"/>
                    <a:pt x="16" y="183"/>
                    <a:pt x="35" y="171"/>
                  </a:cubicBezTo>
                  <a:lnTo>
                    <a:pt x="127" y="113"/>
                  </a:lnTo>
                  <a:cubicBezTo>
                    <a:pt x="146" y="101"/>
                    <a:pt x="146" y="82"/>
                    <a:pt x="127" y="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96413" y="1606723"/>
              <a:ext cx="23536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125298" y="1047214"/>
            <a:ext cx="3811472" cy="654562"/>
            <a:chOff x="1179196" y="3899228"/>
            <a:chExt cx="3751385" cy="644243"/>
          </a:xfrm>
        </p:grpSpPr>
        <p:sp>
          <p:nvSpPr>
            <p:cNvPr id="31" name="Freeform: Shape 110">
              <a:extLst>
                <a:ext uri="{FF2B5EF4-FFF2-40B4-BE49-F238E27FC236}">
                  <a16:creationId xmlns:a16="http://schemas.microsoft.com/office/drawing/2014/main" id="{358BDCC1-017F-402D-9C7C-760EBB160CF2}"/>
                </a:ext>
              </a:extLst>
            </p:cNvPr>
            <p:cNvSpPr/>
            <p:nvPr/>
          </p:nvSpPr>
          <p:spPr>
            <a:xfrm>
              <a:off x="1179196" y="3899228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3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841537" y="4057544"/>
              <a:ext cx="2793364" cy="302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1562000" y="4038794"/>
              <a:ext cx="376936" cy="376936"/>
            </a:xfrm>
            <a:custGeom>
              <a:avLst/>
              <a:gdLst>
                <a:gd name="T0" fmla="*/ 146 w 563"/>
                <a:gd name="T1" fmla="*/ 33 h 560"/>
                <a:gd name="T2" fmla="*/ 33 w 563"/>
                <a:gd name="T3" fmla="*/ 145 h 560"/>
                <a:gd name="T4" fmla="*/ 1 w 563"/>
                <a:gd name="T5" fmla="*/ 309 h 560"/>
                <a:gd name="T6" fmla="*/ 64 w 563"/>
                <a:gd name="T7" fmla="*/ 458 h 560"/>
                <a:gd name="T8" fmla="*/ 197 w 563"/>
                <a:gd name="T9" fmla="*/ 547 h 560"/>
                <a:gd name="T10" fmla="*/ 363 w 563"/>
                <a:gd name="T11" fmla="*/ 547 h 560"/>
                <a:gd name="T12" fmla="*/ 498 w 563"/>
                <a:gd name="T13" fmla="*/ 458 h 560"/>
                <a:gd name="T14" fmla="*/ 562 w 563"/>
                <a:gd name="T15" fmla="*/ 309 h 560"/>
                <a:gd name="T16" fmla="*/ 528 w 563"/>
                <a:gd name="T17" fmla="*/ 145 h 560"/>
                <a:gd name="T18" fmla="*/ 414 w 563"/>
                <a:gd name="T19" fmla="*/ 33 h 560"/>
                <a:gd name="T20" fmla="*/ 269 w 563"/>
                <a:gd name="T21" fmla="*/ 283 h 560"/>
                <a:gd name="T22" fmla="*/ 282 w 563"/>
                <a:gd name="T23" fmla="*/ 276 h 560"/>
                <a:gd name="T24" fmla="*/ 269 w 563"/>
                <a:gd name="T25" fmla="*/ 283 h 560"/>
                <a:gd name="T26" fmla="*/ 221 w 563"/>
                <a:gd name="T27" fmla="*/ 339 h 560"/>
                <a:gd name="T28" fmla="*/ 204 w 563"/>
                <a:gd name="T29" fmla="*/ 381 h 560"/>
                <a:gd name="T30" fmla="*/ 257 w 563"/>
                <a:gd name="T31" fmla="*/ 340 h 560"/>
                <a:gd name="T32" fmla="*/ 297 w 563"/>
                <a:gd name="T33" fmla="*/ 310 h 560"/>
                <a:gd name="T34" fmla="*/ 307 w 563"/>
                <a:gd name="T35" fmla="*/ 296 h 560"/>
                <a:gd name="T36" fmla="*/ 351 w 563"/>
                <a:gd name="T37" fmla="*/ 191 h 560"/>
                <a:gd name="T38" fmla="*/ 372 w 563"/>
                <a:gd name="T39" fmla="*/ 145 h 560"/>
                <a:gd name="T40" fmla="*/ 304 w 563"/>
                <a:gd name="T41" fmla="*/ 211 h 560"/>
                <a:gd name="T42" fmla="*/ 261 w 563"/>
                <a:gd name="T43" fmla="*/ 253 h 560"/>
                <a:gd name="T44" fmla="*/ 246 w 563"/>
                <a:gd name="T45" fmla="*/ 277 h 560"/>
                <a:gd name="T46" fmla="*/ 291 w 563"/>
                <a:gd name="T47" fmla="*/ 288 h 560"/>
                <a:gd name="T48" fmla="*/ 265 w 563"/>
                <a:gd name="T49" fmla="*/ 288 h 560"/>
                <a:gd name="T50" fmla="*/ 295 w 563"/>
                <a:gd name="T51" fmla="*/ 500 h 560"/>
                <a:gd name="T52" fmla="*/ 295 w 563"/>
                <a:gd name="T53" fmla="*/ 468 h 560"/>
                <a:gd name="T54" fmla="*/ 264 w 563"/>
                <a:gd name="T55" fmla="*/ 468 h 560"/>
                <a:gd name="T56" fmla="*/ 263 w 563"/>
                <a:gd name="T57" fmla="*/ 496 h 560"/>
                <a:gd name="T58" fmla="*/ 162 w 563"/>
                <a:gd name="T59" fmla="*/ 467 h 560"/>
                <a:gd name="T60" fmla="*/ 127 w 563"/>
                <a:gd name="T61" fmla="*/ 441 h 560"/>
                <a:gd name="T62" fmla="*/ 115 w 563"/>
                <a:gd name="T63" fmla="*/ 426 h 560"/>
                <a:gd name="T64" fmla="*/ 68 w 563"/>
                <a:gd name="T65" fmla="*/ 349 h 560"/>
                <a:gd name="T66" fmla="*/ 83 w 563"/>
                <a:gd name="T67" fmla="*/ 298 h 560"/>
                <a:gd name="T68" fmla="*/ 91 w 563"/>
                <a:gd name="T69" fmla="*/ 280 h 560"/>
                <a:gd name="T70" fmla="*/ 81 w 563"/>
                <a:gd name="T71" fmla="*/ 266 h 560"/>
                <a:gd name="T72" fmla="*/ 60 w 563"/>
                <a:gd name="T73" fmla="*/ 266 h 560"/>
                <a:gd name="T74" fmla="*/ 99 w 563"/>
                <a:gd name="T75" fmla="*/ 155 h 560"/>
                <a:gd name="T76" fmla="*/ 185 w 563"/>
                <a:gd name="T77" fmla="*/ 80 h 560"/>
                <a:gd name="T78" fmla="*/ 263 w 563"/>
                <a:gd name="T79" fmla="*/ 79 h 560"/>
                <a:gd name="T80" fmla="*/ 273 w 563"/>
                <a:gd name="T81" fmla="*/ 92 h 560"/>
                <a:gd name="T82" fmla="*/ 295 w 563"/>
                <a:gd name="T83" fmla="*/ 92 h 560"/>
                <a:gd name="T84" fmla="*/ 295 w 563"/>
                <a:gd name="T85" fmla="*/ 60 h 560"/>
                <a:gd name="T86" fmla="*/ 383 w 563"/>
                <a:gd name="T87" fmla="*/ 87 h 560"/>
                <a:gd name="T88" fmla="*/ 401 w 563"/>
                <a:gd name="T89" fmla="*/ 96 h 560"/>
                <a:gd name="T90" fmla="*/ 415 w 563"/>
                <a:gd name="T91" fmla="*/ 106 h 560"/>
                <a:gd name="T92" fmla="*/ 426 w 563"/>
                <a:gd name="T93" fmla="*/ 117 h 560"/>
                <a:gd name="T94" fmla="*/ 436 w 563"/>
                <a:gd name="T95" fmla="*/ 126 h 560"/>
                <a:gd name="T96" fmla="*/ 449 w 563"/>
                <a:gd name="T97" fmla="*/ 139 h 560"/>
                <a:gd name="T98" fmla="*/ 457 w 563"/>
                <a:gd name="T99" fmla="*/ 151 h 560"/>
                <a:gd name="T100" fmla="*/ 472 w 563"/>
                <a:gd name="T101" fmla="*/ 172 h 560"/>
                <a:gd name="T102" fmla="*/ 496 w 563"/>
                <a:gd name="T103" fmla="*/ 242 h 560"/>
                <a:gd name="T104" fmla="*/ 470 w 563"/>
                <a:gd name="T105" fmla="*/ 266 h 560"/>
                <a:gd name="T106" fmla="*/ 470 w 563"/>
                <a:gd name="T107" fmla="*/ 297 h 560"/>
                <a:gd name="T108" fmla="*/ 495 w 563"/>
                <a:gd name="T109" fmla="*/ 298 h 560"/>
                <a:gd name="T110" fmla="*/ 481 w 563"/>
                <a:gd name="T111" fmla="*/ 373 h 560"/>
                <a:gd name="T112" fmla="*/ 391 w 563"/>
                <a:gd name="T113" fmla="*/ 47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63" h="560">
                  <a:moveTo>
                    <a:pt x="281" y="0"/>
                  </a:moveTo>
                  <a:lnTo>
                    <a:pt x="252" y="2"/>
                  </a:lnTo>
                  <a:lnTo>
                    <a:pt x="223" y="6"/>
                  </a:lnTo>
                  <a:lnTo>
                    <a:pt x="197" y="12"/>
                  </a:lnTo>
                  <a:lnTo>
                    <a:pt x="171" y="21"/>
                  </a:lnTo>
                  <a:lnTo>
                    <a:pt x="146" y="33"/>
                  </a:lnTo>
                  <a:lnTo>
                    <a:pt x="123" y="47"/>
                  </a:lnTo>
                  <a:lnTo>
                    <a:pt x="102" y="63"/>
                  </a:lnTo>
                  <a:lnTo>
                    <a:pt x="81" y="81"/>
                  </a:lnTo>
                  <a:lnTo>
                    <a:pt x="64" y="101"/>
                  </a:lnTo>
                  <a:lnTo>
                    <a:pt x="47" y="123"/>
                  </a:lnTo>
                  <a:lnTo>
                    <a:pt x="33" y="145"/>
                  </a:lnTo>
                  <a:lnTo>
                    <a:pt x="21" y="170"/>
                  </a:lnTo>
                  <a:lnTo>
                    <a:pt x="12" y="196"/>
                  </a:lnTo>
                  <a:lnTo>
                    <a:pt x="5" y="223"/>
                  </a:lnTo>
                  <a:lnTo>
                    <a:pt x="1" y="251"/>
                  </a:lnTo>
                  <a:lnTo>
                    <a:pt x="0" y="280"/>
                  </a:lnTo>
                  <a:lnTo>
                    <a:pt x="1" y="309"/>
                  </a:lnTo>
                  <a:lnTo>
                    <a:pt x="5" y="336"/>
                  </a:lnTo>
                  <a:lnTo>
                    <a:pt x="12" y="364"/>
                  </a:lnTo>
                  <a:lnTo>
                    <a:pt x="21" y="390"/>
                  </a:lnTo>
                  <a:lnTo>
                    <a:pt x="33" y="413"/>
                  </a:lnTo>
                  <a:lnTo>
                    <a:pt x="47" y="437"/>
                  </a:lnTo>
                  <a:lnTo>
                    <a:pt x="64" y="458"/>
                  </a:lnTo>
                  <a:lnTo>
                    <a:pt x="81" y="477"/>
                  </a:lnTo>
                  <a:lnTo>
                    <a:pt x="102" y="496"/>
                  </a:lnTo>
                  <a:lnTo>
                    <a:pt x="123" y="511"/>
                  </a:lnTo>
                  <a:lnTo>
                    <a:pt x="146" y="526"/>
                  </a:lnTo>
                  <a:lnTo>
                    <a:pt x="171" y="538"/>
                  </a:lnTo>
                  <a:lnTo>
                    <a:pt x="197" y="547"/>
                  </a:lnTo>
                  <a:lnTo>
                    <a:pt x="223" y="553"/>
                  </a:lnTo>
                  <a:lnTo>
                    <a:pt x="252" y="558"/>
                  </a:lnTo>
                  <a:lnTo>
                    <a:pt x="281" y="560"/>
                  </a:lnTo>
                  <a:lnTo>
                    <a:pt x="310" y="558"/>
                  </a:lnTo>
                  <a:lnTo>
                    <a:pt x="337" y="553"/>
                  </a:lnTo>
                  <a:lnTo>
                    <a:pt x="363" y="547"/>
                  </a:lnTo>
                  <a:lnTo>
                    <a:pt x="389" y="538"/>
                  </a:lnTo>
                  <a:lnTo>
                    <a:pt x="414" y="526"/>
                  </a:lnTo>
                  <a:lnTo>
                    <a:pt x="438" y="511"/>
                  </a:lnTo>
                  <a:lnTo>
                    <a:pt x="459" y="496"/>
                  </a:lnTo>
                  <a:lnTo>
                    <a:pt x="479" y="477"/>
                  </a:lnTo>
                  <a:lnTo>
                    <a:pt x="498" y="458"/>
                  </a:lnTo>
                  <a:lnTo>
                    <a:pt x="513" y="437"/>
                  </a:lnTo>
                  <a:lnTo>
                    <a:pt x="528" y="413"/>
                  </a:lnTo>
                  <a:lnTo>
                    <a:pt x="540" y="390"/>
                  </a:lnTo>
                  <a:lnTo>
                    <a:pt x="550" y="364"/>
                  </a:lnTo>
                  <a:lnTo>
                    <a:pt x="557" y="336"/>
                  </a:lnTo>
                  <a:lnTo>
                    <a:pt x="562" y="309"/>
                  </a:lnTo>
                  <a:lnTo>
                    <a:pt x="563" y="280"/>
                  </a:lnTo>
                  <a:lnTo>
                    <a:pt x="562" y="251"/>
                  </a:lnTo>
                  <a:lnTo>
                    <a:pt x="557" y="223"/>
                  </a:lnTo>
                  <a:lnTo>
                    <a:pt x="550" y="196"/>
                  </a:lnTo>
                  <a:lnTo>
                    <a:pt x="540" y="170"/>
                  </a:lnTo>
                  <a:lnTo>
                    <a:pt x="528" y="145"/>
                  </a:lnTo>
                  <a:lnTo>
                    <a:pt x="513" y="123"/>
                  </a:lnTo>
                  <a:lnTo>
                    <a:pt x="498" y="101"/>
                  </a:lnTo>
                  <a:lnTo>
                    <a:pt x="479" y="81"/>
                  </a:lnTo>
                  <a:lnTo>
                    <a:pt x="459" y="63"/>
                  </a:lnTo>
                  <a:lnTo>
                    <a:pt x="438" y="47"/>
                  </a:lnTo>
                  <a:lnTo>
                    <a:pt x="414" y="33"/>
                  </a:lnTo>
                  <a:lnTo>
                    <a:pt x="389" y="21"/>
                  </a:lnTo>
                  <a:lnTo>
                    <a:pt x="363" y="12"/>
                  </a:lnTo>
                  <a:lnTo>
                    <a:pt x="337" y="6"/>
                  </a:lnTo>
                  <a:lnTo>
                    <a:pt x="310" y="2"/>
                  </a:lnTo>
                  <a:lnTo>
                    <a:pt x="281" y="0"/>
                  </a:lnTo>
                  <a:close/>
                  <a:moveTo>
                    <a:pt x="269" y="283"/>
                  </a:moveTo>
                  <a:lnTo>
                    <a:pt x="269" y="279"/>
                  </a:lnTo>
                  <a:lnTo>
                    <a:pt x="270" y="276"/>
                  </a:lnTo>
                  <a:lnTo>
                    <a:pt x="273" y="275"/>
                  </a:lnTo>
                  <a:lnTo>
                    <a:pt x="277" y="275"/>
                  </a:lnTo>
                  <a:lnTo>
                    <a:pt x="280" y="275"/>
                  </a:lnTo>
                  <a:lnTo>
                    <a:pt x="282" y="276"/>
                  </a:lnTo>
                  <a:lnTo>
                    <a:pt x="285" y="283"/>
                  </a:lnTo>
                  <a:lnTo>
                    <a:pt x="282" y="288"/>
                  </a:lnTo>
                  <a:lnTo>
                    <a:pt x="277" y="291"/>
                  </a:lnTo>
                  <a:lnTo>
                    <a:pt x="270" y="288"/>
                  </a:lnTo>
                  <a:lnTo>
                    <a:pt x="269" y="285"/>
                  </a:lnTo>
                  <a:lnTo>
                    <a:pt x="269" y="283"/>
                  </a:lnTo>
                  <a:close/>
                  <a:moveTo>
                    <a:pt x="246" y="277"/>
                  </a:moveTo>
                  <a:lnTo>
                    <a:pt x="246" y="277"/>
                  </a:lnTo>
                  <a:lnTo>
                    <a:pt x="238" y="296"/>
                  </a:lnTo>
                  <a:lnTo>
                    <a:pt x="231" y="313"/>
                  </a:lnTo>
                  <a:lnTo>
                    <a:pt x="226" y="326"/>
                  </a:lnTo>
                  <a:lnTo>
                    <a:pt x="221" y="339"/>
                  </a:lnTo>
                  <a:lnTo>
                    <a:pt x="217" y="348"/>
                  </a:lnTo>
                  <a:lnTo>
                    <a:pt x="214" y="357"/>
                  </a:lnTo>
                  <a:lnTo>
                    <a:pt x="210" y="364"/>
                  </a:lnTo>
                  <a:lnTo>
                    <a:pt x="209" y="370"/>
                  </a:lnTo>
                  <a:lnTo>
                    <a:pt x="205" y="377"/>
                  </a:lnTo>
                  <a:lnTo>
                    <a:pt x="204" y="381"/>
                  </a:lnTo>
                  <a:lnTo>
                    <a:pt x="204" y="382"/>
                  </a:lnTo>
                  <a:lnTo>
                    <a:pt x="204" y="383"/>
                  </a:lnTo>
                  <a:lnTo>
                    <a:pt x="219" y="370"/>
                  </a:lnTo>
                  <a:lnTo>
                    <a:pt x="235" y="358"/>
                  </a:lnTo>
                  <a:lnTo>
                    <a:pt x="247" y="349"/>
                  </a:lnTo>
                  <a:lnTo>
                    <a:pt x="257" y="340"/>
                  </a:lnTo>
                  <a:lnTo>
                    <a:pt x="266" y="334"/>
                  </a:lnTo>
                  <a:lnTo>
                    <a:pt x="274" y="327"/>
                  </a:lnTo>
                  <a:lnTo>
                    <a:pt x="281" y="322"/>
                  </a:lnTo>
                  <a:lnTo>
                    <a:pt x="286" y="318"/>
                  </a:lnTo>
                  <a:lnTo>
                    <a:pt x="293" y="313"/>
                  </a:lnTo>
                  <a:lnTo>
                    <a:pt x="297" y="310"/>
                  </a:lnTo>
                  <a:lnTo>
                    <a:pt x="298" y="310"/>
                  </a:lnTo>
                  <a:lnTo>
                    <a:pt x="298" y="309"/>
                  </a:lnTo>
                  <a:lnTo>
                    <a:pt x="298" y="309"/>
                  </a:lnTo>
                  <a:lnTo>
                    <a:pt x="303" y="305"/>
                  </a:lnTo>
                  <a:lnTo>
                    <a:pt x="306" y="300"/>
                  </a:lnTo>
                  <a:lnTo>
                    <a:pt x="307" y="296"/>
                  </a:lnTo>
                  <a:lnTo>
                    <a:pt x="307" y="291"/>
                  </a:lnTo>
                  <a:lnTo>
                    <a:pt x="319" y="266"/>
                  </a:lnTo>
                  <a:lnTo>
                    <a:pt x="329" y="242"/>
                  </a:lnTo>
                  <a:lnTo>
                    <a:pt x="338" y="223"/>
                  </a:lnTo>
                  <a:lnTo>
                    <a:pt x="345" y="206"/>
                  </a:lnTo>
                  <a:lnTo>
                    <a:pt x="351" y="191"/>
                  </a:lnTo>
                  <a:lnTo>
                    <a:pt x="357" y="179"/>
                  </a:lnTo>
                  <a:lnTo>
                    <a:pt x="362" y="170"/>
                  </a:lnTo>
                  <a:lnTo>
                    <a:pt x="364" y="162"/>
                  </a:lnTo>
                  <a:lnTo>
                    <a:pt x="367" y="156"/>
                  </a:lnTo>
                  <a:lnTo>
                    <a:pt x="370" y="152"/>
                  </a:lnTo>
                  <a:lnTo>
                    <a:pt x="372" y="145"/>
                  </a:lnTo>
                  <a:lnTo>
                    <a:pt x="374" y="144"/>
                  </a:lnTo>
                  <a:lnTo>
                    <a:pt x="374" y="144"/>
                  </a:lnTo>
                  <a:lnTo>
                    <a:pt x="353" y="164"/>
                  </a:lnTo>
                  <a:lnTo>
                    <a:pt x="334" y="182"/>
                  </a:lnTo>
                  <a:lnTo>
                    <a:pt x="319" y="196"/>
                  </a:lnTo>
                  <a:lnTo>
                    <a:pt x="304" y="211"/>
                  </a:lnTo>
                  <a:lnTo>
                    <a:pt x="294" y="221"/>
                  </a:lnTo>
                  <a:lnTo>
                    <a:pt x="283" y="230"/>
                  </a:lnTo>
                  <a:lnTo>
                    <a:pt x="276" y="238"/>
                  </a:lnTo>
                  <a:lnTo>
                    <a:pt x="270" y="245"/>
                  </a:lnTo>
                  <a:lnTo>
                    <a:pt x="265" y="249"/>
                  </a:lnTo>
                  <a:lnTo>
                    <a:pt x="261" y="253"/>
                  </a:lnTo>
                  <a:lnTo>
                    <a:pt x="257" y="257"/>
                  </a:lnTo>
                  <a:lnTo>
                    <a:pt x="256" y="258"/>
                  </a:lnTo>
                  <a:lnTo>
                    <a:pt x="255" y="259"/>
                  </a:lnTo>
                  <a:lnTo>
                    <a:pt x="248" y="266"/>
                  </a:lnTo>
                  <a:lnTo>
                    <a:pt x="247" y="271"/>
                  </a:lnTo>
                  <a:lnTo>
                    <a:pt x="246" y="277"/>
                  </a:lnTo>
                  <a:close/>
                  <a:moveTo>
                    <a:pt x="280" y="268"/>
                  </a:moveTo>
                  <a:lnTo>
                    <a:pt x="283" y="270"/>
                  </a:lnTo>
                  <a:lnTo>
                    <a:pt x="287" y="272"/>
                  </a:lnTo>
                  <a:lnTo>
                    <a:pt x="291" y="276"/>
                  </a:lnTo>
                  <a:lnTo>
                    <a:pt x="293" y="281"/>
                  </a:lnTo>
                  <a:lnTo>
                    <a:pt x="291" y="288"/>
                  </a:lnTo>
                  <a:lnTo>
                    <a:pt x="287" y="292"/>
                  </a:lnTo>
                  <a:lnTo>
                    <a:pt x="283" y="294"/>
                  </a:lnTo>
                  <a:lnTo>
                    <a:pt x="280" y="296"/>
                  </a:lnTo>
                  <a:lnTo>
                    <a:pt x="273" y="294"/>
                  </a:lnTo>
                  <a:lnTo>
                    <a:pt x="268" y="292"/>
                  </a:lnTo>
                  <a:lnTo>
                    <a:pt x="265" y="288"/>
                  </a:lnTo>
                  <a:lnTo>
                    <a:pt x="265" y="281"/>
                  </a:lnTo>
                  <a:lnTo>
                    <a:pt x="265" y="276"/>
                  </a:lnTo>
                  <a:lnTo>
                    <a:pt x="268" y="272"/>
                  </a:lnTo>
                  <a:lnTo>
                    <a:pt x="273" y="270"/>
                  </a:lnTo>
                  <a:lnTo>
                    <a:pt x="280" y="268"/>
                  </a:lnTo>
                  <a:close/>
                  <a:moveTo>
                    <a:pt x="295" y="500"/>
                  </a:moveTo>
                  <a:lnTo>
                    <a:pt x="295" y="489"/>
                  </a:lnTo>
                  <a:lnTo>
                    <a:pt x="295" y="481"/>
                  </a:lnTo>
                  <a:lnTo>
                    <a:pt x="295" y="476"/>
                  </a:lnTo>
                  <a:lnTo>
                    <a:pt x="295" y="472"/>
                  </a:lnTo>
                  <a:lnTo>
                    <a:pt x="295" y="470"/>
                  </a:lnTo>
                  <a:lnTo>
                    <a:pt x="295" y="468"/>
                  </a:lnTo>
                  <a:lnTo>
                    <a:pt x="295" y="468"/>
                  </a:lnTo>
                  <a:lnTo>
                    <a:pt x="285" y="468"/>
                  </a:lnTo>
                  <a:lnTo>
                    <a:pt x="277" y="468"/>
                  </a:lnTo>
                  <a:lnTo>
                    <a:pt x="270" y="468"/>
                  </a:lnTo>
                  <a:lnTo>
                    <a:pt x="266" y="468"/>
                  </a:lnTo>
                  <a:lnTo>
                    <a:pt x="264" y="468"/>
                  </a:lnTo>
                  <a:lnTo>
                    <a:pt x="264" y="468"/>
                  </a:lnTo>
                  <a:lnTo>
                    <a:pt x="263" y="468"/>
                  </a:lnTo>
                  <a:lnTo>
                    <a:pt x="263" y="479"/>
                  </a:lnTo>
                  <a:lnTo>
                    <a:pt x="263" y="487"/>
                  </a:lnTo>
                  <a:lnTo>
                    <a:pt x="263" y="492"/>
                  </a:lnTo>
                  <a:lnTo>
                    <a:pt x="263" y="496"/>
                  </a:lnTo>
                  <a:lnTo>
                    <a:pt x="263" y="498"/>
                  </a:lnTo>
                  <a:lnTo>
                    <a:pt x="263" y="500"/>
                  </a:lnTo>
                  <a:lnTo>
                    <a:pt x="263" y="500"/>
                  </a:lnTo>
                  <a:lnTo>
                    <a:pt x="226" y="494"/>
                  </a:lnTo>
                  <a:lnTo>
                    <a:pt x="193" y="483"/>
                  </a:lnTo>
                  <a:lnTo>
                    <a:pt x="162" y="467"/>
                  </a:lnTo>
                  <a:lnTo>
                    <a:pt x="133" y="445"/>
                  </a:lnTo>
                  <a:lnTo>
                    <a:pt x="133" y="445"/>
                  </a:lnTo>
                  <a:lnTo>
                    <a:pt x="132" y="445"/>
                  </a:lnTo>
                  <a:lnTo>
                    <a:pt x="129" y="445"/>
                  </a:lnTo>
                  <a:lnTo>
                    <a:pt x="128" y="442"/>
                  </a:lnTo>
                  <a:lnTo>
                    <a:pt x="127" y="441"/>
                  </a:lnTo>
                  <a:lnTo>
                    <a:pt x="125" y="438"/>
                  </a:lnTo>
                  <a:lnTo>
                    <a:pt x="124" y="436"/>
                  </a:lnTo>
                  <a:lnTo>
                    <a:pt x="121" y="436"/>
                  </a:lnTo>
                  <a:lnTo>
                    <a:pt x="117" y="433"/>
                  </a:lnTo>
                  <a:lnTo>
                    <a:pt x="116" y="430"/>
                  </a:lnTo>
                  <a:lnTo>
                    <a:pt x="115" y="426"/>
                  </a:lnTo>
                  <a:lnTo>
                    <a:pt x="115" y="426"/>
                  </a:lnTo>
                  <a:lnTo>
                    <a:pt x="114" y="426"/>
                  </a:lnTo>
                  <a:lnTo>
                    <a:pt x="111" y="426"/>
                  </a:lnTo>
                  <a:lnTo>
                    <a:pt x="91" y="398"/>
                  </a:lnTo>
                  <a:lnTo>
                    <a:pt x="74" y="366"/>
                  </a:lnTo>
                  <a:lnTo>
                    <a:pt x="68" y="349"/>
                  </a:lnTo>
                  <a:lnTo>
                    <a:pt x="64" y="332"/>
                  </a:lnTo>
                  <a:lnTo>
                    <a:pt x="60" y="315"/>
                  </a:lnTo>
                  <a:lnTo>
                    <a:pt x="60" y="298"/>
                  </a:lnTo>
                  <a:lnTo>
                    <a:pt x="70" y="298"/>
                  </a:lnTo>
                  <a:lnTo>
                    <a:pt x="78" y="298"/>
                  </a:lnTo>
                  <a:lnTo>
                    <a:pt x="83" y="298"/>
                  </a:lnTo>
                  <a:lnTo>
                    <a:pt x="87" y="298"/>
                  </a:lnTo>
                  <a:lnTo>
                    <a:pt x="90" y="298"/>
                  </a:lnTo>
                  <a:lnTo>
                    <a:pt x="91" y="298"/>
                  </a:lnTo>
                  <a:lnTo>
                    <a:pt x="91" y="298"/>
                  </a:lnTo>
                  <a:lnTo>
                    <a:pt x="91" y="288"/>
                  </a:lnTo>
                  <a:lnTo>
                    <a:pt x="91" y="280"/>
                  </a:lnTo>
                  <a:lnTo>
                    <a:pt x="91" y="274"/>
                  </a:lnTo>
                  <a:lnTo>
                    <a:pt x="91" y="270"/>
                  </a:lnTo>
                  <a:lnTo>
                    <a:pt x="91" y="267"/>
                  </a:lnTo>
                  <a:lnTo>
                    <a:pt x="91" y="267"/>
                  </a:lnTo>
                  <a:lnTo>
                    <a:pt x="91" y="266"/>
                  </a:lnTo>
                  <a:lnTo>
                    <a:pt x="81" y="266"/>
                  </a:lnTo>
                  <a:lnTo>
                    <a:pt x="73" y="266"/>
                  </a:lnTo>
                  <a:lnTo>
                    <a:pt x="68" y="266"/>
                  </a:lnTo>
                  <a:lnTo>
                    <a:pt x="64" y="266"/>
                  </a:lnTo>
                  <a:lnTo>
                    <a:pt x="61" y="266"/>
                  </a:lnTo>
                  <a:lnTo>
                    <a:pt x="60" y="266"/>
                  </a:lnTo>
                  <a:lnTo>
                    <a:pt x="60" y="266"/>
                  </a:lnTo>
                  <a:lnTo>
                    <a:pt x="63" y="246"/>
                  </a:lnTo>
                  <a:lnTo>
                    <a:pt x="66" y="226"/>
                  </a:lnTo>
                  <a:lnTo>
                    <a:pt x="72" y="207"/>
                  </a:lnTo>
                  <a:lnTo>
                    <a:pt x="80" y="189"/>
                  </a:lnTo>
                  <a:lnTo>
                    <a:pt x="89" y="172"/>
                  </a:lnTo>
                  <a:lnTo>
                    <a:pt x="99" y="155"/>
                  </a:lnTo>
                  <a:lnTo>
                    <a:pt x="110" y="139"/>
                  </a:lnTo>
                  <a:lnTo>
                    <a:pt x="123" y="125"/>
                  </a:lnTo>
                  <a:lnTo>
                    <a:pt x="137" y="111"/>
                  </a:lnTo>
                  <a:lnTo>
                    <a:pt x="153" y="100"/>
                  </a:lnTo>
                  <a:lnTo>
                    <a:pt x="168" y="89"/>
                  </a:lnTo>
                  <a:lnTo>
                    <a:pt x="185" y="80"/>
                  </a:lnTo>
                  <a:lnTo>
                    <a:pt x="204" y="72"/>
                  </a:lnTo>
                  <a:lnTo>
                    <a:pt x="222" y="67"/>
                  </a:lnTo>
                  <a:lnTo>
                    <a:pt x="243" y="62"/>
                  </a:lnTo>
                  <a:lnTo>
                    <a:pt x="263" y="59"/>
                  </a:lnTo>
                  <a:lnTo>
                    <a:pt x="263" y="70"/>
                  </a:lnTo>
                  <a:lnTo>
                    <a:pt x="263" y="79"/>
                  </a:lnTo>
                  <a:lnTo>
                    <a:pt x="263" y="84"/>
                  </a:lnTo>
                  <a:lnTo>
                    <a:pt x="263" y="88"/>
                  </a:lnTo>
                  <a:lnTo>
                    <a:pt x="263" y="91"/>
                  </a:lnTo>
                  <a:lnTo>
                    <a:pt x="263" y="92"/>
                  </a:lnTo>
                  <a:lnTo>
                    <a:pt x="263" y="92"/>
                  </a:lnTo>
                  <a:lnTo>
                    <a:pt x="273" y="92"/>
                  </a:lnTo>
                  <a:lnTo>
                    <a:pt x="281" y="92"/>
                  </a:lnTo>
                  <a:lnTo>
                    <a:pt x="287" y="92"/>
                  </a:lnTo>
                  <a:lnTo>
                    <a:pt x="291" y="92"/>
                  </a:lnTo>
                  <a:lnTo>
                    <a:pt x="294" y="92"/>
                  </a:lnTo>
                  <a:lnTo>
                    <a:pt x="295" y="92"/>
                  </a:lnTo>
                  <a:lnTo>
                    <a:pt x="295" y="92"/>
                  </a:lnTo>
                  <a:lnTo>
                    <a:pt x="295" y="81"/>
                  </a:lnTo>
                  <a:lnTo>
                    <a:pt x="295" y="74"/>
                  </a:lnTo>
                  <a:lnTo>
                    <a:pt x="295" y="67"/>
                  </a:lnTo>
                  <a:lnTo>
                    <a:pt x="295" y="63"/>
                  </a:lnTo>
                  <a:lnTo>
                    <a:pt x="295" y="62"/>
                  </a:lnTo>
                  <a:lnTo>
                    <a:pt x="295" y="60"/>
                  </a:lnTo>
                  <a:lnTo>
                    <a:pt x="295" y="59"/>
                  </a:lnTo>
                  <a:lnTo>
                    <a:pt x="319" y="64"/>
                  </a:lnTo>
                  <a:lnTo>
                    <a:pt x="341" y="70"/>
                  </a:lnTo>
                  <a:lnTo>
                    <a:pt x="383" y="83"/>
                  </a:lnTo>
                  <a:lnTo>
                    <a:pt x="383" y="85"/>
                  </a:lnTo>
                  <a:lnTo>
                    <a:pt x="383" y="87"/>
                  </a:lnTo>
                  <a:lnTo>
                    <a:pt x="383" y="87"/>
                  </a:lnTo>
                  <a:lnTo>
                    <a:pt x="387" y="88"/>
                  </a:lnTo>
                  <a:lnTo>
                    <a:pt x="389" y="91"/>
                  </a:lnTo>
                  <a:lnTo>
                    <a:pt x="397" y="96"/>
                  </a:lnTo>
                  <a:lnTo>
                    <a:pt x="400" y="96"/>
                  </a:lnTo>
                  <a:lnTo>
                    <a:pt x="401" y="96"/>
                  </a:lnTo>
                  <a:lnTo>
                    <a:pt x="401" y="96"/>
                  </a:lnTo>
                  <a:lnTo>
                    <a:pt x="405" y="98"/>
                  </a:lnTo>
                  <a:lnTo>
                    <a:pt x="408" y="101"/>
                  </a:lnTo>
                  <a:lnTo>
                    <a:pt x="412" y="102"/>
                  </a:lnTo>
                  <a:lnTo>
                    <a:pt x="415" y="105"/>
                  </a:lnTo>
                  <a:lnTo>
                    <a:pt x="415" y="106"/>
                  </a:lnTo>
                  <a:lnTo>
                    <a:pt x="417" y="108"/>
                  </a:lnTo>
                  <a:lnTo>
                    <a:pt x="419" y="109"/>
                  </a:lnTo>
                  <a:lnTo>
                    <a:pt x="419" y="110"/>
                  </a:lnTo>
                  <a:lnTo>
                    <a:pt x="422" y="113"/>
                  </a:lnTo>
                  <a:lnTo>
                    <a:pt x="425" y="114"/>
                  </a:lnTo>
                  <a:lnTo>
                    <a:pt x="426" y="117"/>
                  </a:lnTo>
                  <a:lnTo>
                    <a:pt x="429" y="119"/>
                  </a:lnTo>
                  <a:lnTo>
                    <a:pt x="431" y="119"/>
                  </a:lnTo>
                  <a:lnTo>
                    <a:pt x="432" y="122"/>
                  </a:lnTo>
                  <a:lnTo>
                    <a:pt x="434" y="123"/>
                  </a:lnTo>
                  <a:lnTo>
                    <a:pt x="434" y="123"/>
                  </a:lnTo>
                  <a:lnTo>
                    <a:pt x="436" y="126"/>
                  </a:lnTo>
                  <a:lnTo>
                    <a:pt x="440" y="128"/>
                  </a:lnTo>
                  <a:lnTo>
                    <a:pt x="442" y="130"/>
                  </a:lnTo>
                  <a:lnTo>
                    <a:pt x="443" y="132"/>
                  </a:lnTo>
                  <a:lnTo>
                    <a:pt x="446" y="134"/>
                  </a:lnTo>
                  <a:lnTo>
                    <a:pt x="447" y="136"/>
                  </a:lnTo>
                  <a:lnTo>
                    <a:pt x="449" y="139"/>
                  </a:lnTo>
                  <a:lnTo>
                    <a:pt x="452" y="142"/>
                  </a:lnTo>
                  <a:lnTo>
                    <a:pt x="452" y="143"/>
                  </a:lnTo>
                  <a:lnTo>
                    <a:pt x="452" y="144"/>
                  </a:lnTo>
                  <a:lnTo>
                    <a:pt x="453" y="147"/>
                  </a:lnTo>
                  <a:lnTo>
                    <a:pt x="456" y="147"/>
                  </a:lnTo>
                  <a:lnTo>
                    <a:pt x="457" y="151"/>
                  </a:lnTo>
                  <a:lnTo>
                    <a:pt x="460" y="153"/>
                  </a:lnTo>
                  <a:lnTo>
                    <a:pt x="466" y="161"/>
                  </a:lnTo>
                  <a:lnTo>
                    <a:pt x="466" y="161"/>
                  </a:lnTo>
                  <a:lnTo>
                    <a:pt x="466" y="162"/>
                  </a:lnTo>
                  <a:lnTo>
                    <a:pt x="466" y="165"/>
                  </a:lnTo>
                  <a:lnTo>
                    <a:pt x="472" y="172"/>
                  </a:lnTo>
                  <a:lnTo>
                    <a:pt x="474" y="175"/>
                  </a:lnTo>
                  <a:lnTo>
                    <a:pt x="476" y="179"/>
                  </a:lnTo>
                  <a:lnTo>
                    <a:pt x="476" y="179"/>
                  </a:lnTo>
                  <a:lnTo>
                    <a:pt x="485" y="199"/>
                  </a:lnTo>
                  <a:lnTo>
                    <a:pt x="491" y="221"/>
                  </a:lnTo>
                  <a:lnTo>
                    <a:pt x="496" y="242"/>
                  </a:lnTo>
                  <a:lnTo>
                    <a:pt x="498" y="266"/>
                  </a:lnTo>
                  <a:lnTo>
                    <a:pt x="489" y="266"/>
                  </a:lnTo>
                  <a:lnTo>
                    <a:pt x="482" y="266"/>
                  </a:lnTo>
                  <a:lnTo>
                    <a:pt x="477" y="266"/>
                  </a:lnTo>
                  <a:lnTo>
                    <a:pt x="474" y="266"/>
                  </a:lnTo>
                  <a:lnTo>
                    <a:pt x="470" y="266"/>
                  </a:lnTo>
                  <a:lnTo>
                    <a:pt x="470" y="266"/>
                  </a:lnTo>
                  <a:lnTo>
                    <a:pt x="470" y="276"/>
                  </a:lnTo>
                  <a:lnTo>
                    <a:pt x="470" y="284"/>
                  </a:lnTo>
                  <a:lnTo>
                    <a:pt x="470" y="291"/>
                  </a:lnTo>
                  <a:lnTo>
                    <a:pt x="470" y="294"/>
                  </a:lnTo>
                  <a:lnTo>
                    <a:pt x="470" y="297"/>
                  </a:lnTo>
                  <a:lnTo>
                    <a:pt x="470" y="298"/>
                  </a:lnTo>
                  <a:lnTo>
                    <a:pt x="470" y="298"/>
                  </a:lnTo>
                  <a:lnTo>
                    <a:pt x="479" y="298"/>
                  </a:lnTo>
                  <a:lnTo>
                    <a:pt x="486" y="298"/>
                  </a:lnTo>
                  <a:lnTo>
                    <a:pt x="491" y="298"/>
                  </a:lnTo>
                  <a:lnTo>
                    <a:pt x="495" y="298"/>
                  </a:lnTo>
                  <a:lnTo>
                    <a:pt x="498" y="298"/>
                  </a:lnTo>
                  <a:lnTo>
                    <a:pt x="498" y="298"/>
                  </a:lnTo>
                  <a:lnTo>
                    <a:pt x="496" y="318"/>
                  </a:lnTo>
                  <a:lnTo>
                    <a:pt x="493" y="336"/>
                  </a:lnTo>
                  <a:lnTo>
                    <a:pt x="487" y="355"/>
                  </a:lnTo>
                  <a:lnTo>
                    <a:pt x="481" y="373"/>
                  </a:lnTo>
                  <a:lnTo>
                    <a:pt x="472" y="390"/>
                  </a:lnTo>
                  <a:lnTo>
                    <a:pt x="461" y="406"/>
                  </a:lnTo>
                  <a:lnTo>
                    <a:pt x="449" y="421"/>
                  </a:lnTo>
                  <a:lnTo>
                    <a:pt x="436" y="436"/>
                  </a:lnTo>
                  <a:lnTo>
                    <a:pt x="406" y="460"/>
                  </a:lnTo>
                  <a:lnTo>
                    <a:pt x="391" y="470"/>
                  </a:lnTo>
                  <a:lnTo>
                    <a:pt x="372" y="479"/>
                  </a:lnTo>
                  <a:lnTo>
                    <a:pt x="354" y="487"/>
                  </a:lnTo>
                  <a:lnTo>
                    <a:pt x="336" y="493"/>
                  </a:lnTo>
                  <a:lnTo>
                    <a:pt x="316" y="497"/>
                  </a:lnTo>
                  <a:lnTo>
                    <a:pt x="295" y="5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220758" y="1047877"/>
            <a:ext cx="3811472" cy="654562"/>
            <a:chOff x="7373094" y="1450832"/>
            <a:chExt cx="3751385" cy="644243"/>
          </a:xfrm>
        </p:grpSpPr>
        <p:sp>
          <p:nvSpPr>
            <p:cNvPr id="30" name="Freeform: Shape 109">
              <a:extLst>
                <a:ext uri="{FF2B5EF4-FFF2-40B4-BE49-F238E27FC236}">
                  <a16:creationId xmlns:a16="http://schemas.microsoft.com/office/drawing/2014/main" id="{5AAE5208-E4DC-48A2-85FC-328000C254E3}"/>
                </a:ext>
              </a:extLst>
            </p:cNvPr>
            <p:cNvSpPr/>
            <p:nvPr/>
          </p:nvSpPr>
          <p:spPr>
            <a:xfrm>
              <a:off x="7373094" y="1450832"/>
              <a:ext cx="3751385" cy="644243"/>
            </a:xfrm>
            <a:custGeom>
              <a:avLst/>
              <a:gdLst>
                <a:gd name="connsiteX0" fmla="*/ 2619649 w 2725850"/>
                <a:gd name="connsiteY0" fmla="*/ 300906 h 300905"/>
                <a:gd name="connsiteX1" fmla="*/ 0 w 2725850"/>
                <a:gd name="connsiteY1" fmla="*/ 300906 h 300905"/>
                <a:gd name="connsiteX2" fmla="*/ 106202 w 2725850"/>
                <a:gd name="connsiteY2" fmla="*/ 150453 h 300905"/>
                <a:gd name="connsiteX3" fmla="*/ 0 w 2725850"/>
                <a:gd name="connsiteY3" fmla="*/ 0 h 300905"/>
                <a:gd name="connsiteX4" fmla="*/ 2619649 w 2725850"/>
                <a:gd name="connsiteY4" fmla="*/ 0 h 300905"/>
                <a:gd name="connsiteX5" fmla="*/ 2725851 w 2725850"/>
                <a:gd name="connsiteY5" fmla="*/ 150453 h 300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25850" h="300905">
                  <a:moveTo>
                    <a:pt x="2619649" y="300906"/>
                  </a:moveTo>
                  <a:lnTo>
                    <a:pt x="0" y="300906"/>
                  </a:lnTo>
                  <a:lnTo>
                    <a:pt x="106202" y="150453"/>
                  </a:lnTo>
                  <a:lnTo>
                    <a:pt x="0" y="0"/>
                  </a:lnTo>
                  <a:lnTo>
                    <a:pt x="2619649" y="0"/>
                  </a:lnTo>
                  <a:lnTo>
                    <a:pt x="2725851" y="150453"/>
                  </a:lnTo>
                  <a:close/>
                </a:path>
              </a:pathLst>
            </a:custGeom>
            <a:solidFill>
              <a:schemeClr val="accent2"/>
            </a:solidFill>
            <a:ln w="1768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8200668" y="1507922"/>
              <a:ext cx="23536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[Text]</a:t>
              </a:r>
              <a:endPara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7812859" y="1579664"/>
              <a:ext cx="309538" cy="381166"/>
            </a:xfrm>
            <a:custGeom>
              <a:avLst/>
              <a:gdLst>
                <a:gd name="T0" fmla="*/ 633 w 633"/>
                <a:gd name="T1" fmla="*/ 505 h 779"/>
                <a:gd name="T2" fmla="*/ 570 w 633"/>
                <a:gd name="T3" fmla="*/ 505 h 779"/>
                <a:gd name="T4" fmla="*/ 570 w 633"/>
                <a:gd name="T5" fmla="*/ 307 h 779"/>
                <a:gd name="T6" fmla="*/ 333 w 633"/>
                <a:gd name="T7" fmla="*/ 307 h 779"/>
                <a:gd name="T8" fmla="*/ 333 w 633"/>
                <a:gd name="T9" fmla="*/ 505 h 779"/>
                <a:gd name="T10" fmla="*/ 270 w 633"/>
                <a:gd name="T11" fmla="*/ 505 h 779"/>
                <a:gd name="T12" fmla="*/ 451 w 633"/>
                <a:gd name="T13" fmla="*/ 779 h 779"/>
                <a:gd name="T14" fmla="*/ 633 w 633"/>
                <a:gd name="T15" fmla="*/ 505 h 779"/>
                <a:gd name="T16" fmla="*/ 300 w 633"/>
                <a:gd name="T17" fmla="*/ 472 h 779"/>
                <a:gd name="T18" fmla="*/ 300 w 633"/>
                <a:gd name="T19" fmla="*/ 274 h 779"/>
                <a:gd name="T20" fmla="*/ 362 w 633"/>
                <a:gd name="T21" fmla="*/ 274 h 779"/>
                <a:gd name="T22" fmla="*/ 181 w 633"/>
                <a:gd name="T23" fmla="*/ 0 h 779"/>
                <a:gd name="T24" fmla="*/ 0 w 633"/>
                <a:gd name="T25" fmla="*/ 274 h 779"/>
                <a:gd name="T26" fmla="*/ 63 w 633"/>
                <a:gd name="T27" fmla="*/ 274 h 779"/>
                <a:gd name="T28" fmla="*/ 63 w 633"/>
                <a:gd name="T29" fmla="*/ 472 h 779"/>
                <a:gd name="T30" fmla="*/ 300 w 633"/>
                <a:gd name="T31" fmla="*/ 47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" h="779">
                  <a:moveTo>
                    <a:pt x="633" y="505"/>
                  </a:moveTo>
                  <a:lnTo>
                    <a:pt x="570" y="505"/>
                  </a:lnTo>
                  <a:lnTo>
                    <a:pt x="570" y="307"/>
                  </a:lnTo>
                  <a:lnTo>
                    <a:pt x="333" y="307"/>
                  </a:lnTo>
                  <a:lnTo>
                    <a:pt x="333" y="505"/>
                  </a:lnTo>
                  <a:lnTo>
                    <a:pt x="270" y="505"/>
                  </a:lnTo>
                  <a:lnTo>
                    <a:pt x="451" y="779"/>
                  </a:lnTo>
                  <a:lnTo>
                    <a:pt x="633" y="505"/>
                  </a:lnTo>
                  <a:close/>
                  <a:moveTo>
                    <a:pt x="300" y="472"/>
                  </a:moveTo>
                  <a:lnTo>
                    <a:pt x="300" y="274"/>
                  </a:lnTo>
                  <a:lnTo>
                    <a:pt x="362" y="274"/>
                  </a:lnTo>
                  <a:lnTo>
                    <a:pt x="181" y="0"/>
                  </a:lnTo>
                  <a:lnTo>
                    <a:pt x="0" y="274"/>
                  </a:lnTo>
                  <a:lnTo>
                    <a:pt x="63" y="274"/>
                  </a:lnTo>
                  <a:lnTo>
                    <a:pt x="63" y="472"/>
                  </a:lnTo>
                  <a:lnTo>
                    <a:pt x="300" y="4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299" tIns="45649" rIns="91299" bIns="45649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5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BB1918E3-3E52-82D1-D507-A32905C39A0E}"/>
              </a:ext>
            </a:extLst>
          </p:cNvPr>
          <p:cNvSpPr txBox="1">
            <a:spLocks noChangeArrowheads="1"/>
          </p:cNvSpPr>
          <p:nvPr/>
        </p:nvSpPr>
        <p:spPr>
          <a:xfrm>
            <a:off x="435429" y="807551"/>
            <a:ext cx="11235870" cy="906239"/>
          </a:xfrm>
          <a:prstGeom prst="rect">
            <a:avLst/>
          </a:prstGeom>
        </p:spPr>
        <p:txBody>
          <a:bodyPr lIns="0" tIns="0" rIns="0" bIns="0"/>
          <a:lstStyle>
            <a:lvl1pPr marL="174625" indent="-174625" algn="l" rtl="0" eaLnBrk="1" fontAlgn="base" hangingPunct="1">
              <a:spcBef>
                <a:spcPct val="6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indent="-166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2pPr>
            <a:lvl3pPr marL="515938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3pPr>
            <a:lvl4pPr marL="684213" indent="-16668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4pPr>
            <a:lvl5pPr marL="8588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  <a:sym typeface="Arial"/>
              </a:defRPr>
            </a:lvl5pPr>
            <a:lvl6pPr marL="13160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7732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2304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687638" indent="-173038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alt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Content Placeholder 13"/>
          <p:cNvGraphicFramePr>
            <a:graphicFrameLocks/>
          </p:cNvGraphicFramePr>
          <p:nvPr/>
        </p:nvGraphicFramePr>
        <p:xfrm>
          <a:off x="435429" y="1461969"/>
          <a:ext cx="11235870" cy="3248822"/>
        </p:xfrm>
        <a:graphic>
          <a:graphicData uri="http://schemas.openxmlformats.org/drawingml/2006/table">
            <a:tbl>
              <a:tblPr firstRow="1" bandRow="1"/>
              <a:tblGrid>
                <a:gridCol w="2247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6168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1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1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1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2654"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GB" sz="12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1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 kern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i="0" kern="0" baseline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171450" marR="0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200" b="0" kern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US" sz="1200" b="0" ker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1" indent="-171450" algn="just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vi-VN" sz="1200" b="1" kern="0"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b="1" kern="0">
                        <a:solidFill>
                          <a:schemeClr val="bg2">
                            <a:lumMod val="5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7086" marR="87086" marT="43543" marB="4354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AC5D26E-7EA0-C609-E40C-58B82687944A}"/>
              </a:ext>
            </a:extLst>
          </p:cNvPr>
          <p:cNvSpPr/>
          <p:nvPr/>
        </p:nvSpPr>
        <p:spPr>
          <a:xfrm>
            <a:off x="435429" y="4868545"/>
            <a:ext cx="11235870" cy="2667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669" tIns="69669" rIns="69669" bIns="69669" rtlCol="0" anchor="ctr"/>
          <a:lstStyle/>
          <a:p>
            <a:pPr algn="ctr"/>
            <a:r>
              <a:rPr lang="en-US" sz="1200" b="1" kern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 b="1" ker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69684"/>
            <a:ext cx="9664903" cy="3801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44456-3BA0-C8B7-C447-286579C9FDAB}"/>
              </a:ext>
            </a:extLst>
          </p:cNvPr>
          <p:cNvSpPr/>
          <p:nvPr/>
        </p:nvSpPr>
        <p:spPr>
          <a:xfrm>
            <a:off x="543467" y="5572653"/>
            <a:ext cx="1101979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spc="-4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200" spc="-4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hevron 37">
            <a:extLst>
              <a:ext uri="{FF2B5EF4-FFF2-40B4-BE49-F238E27FC236}">
                <a16:creationId xmlns:a16="http://schemas.microsoft.com/office/drawing/2014/main" id="{85B1A3C7-23E6-8552-3BDD-796FE96C3414}"/>
              </a:ext>
            </a:extLst>
          </p:cNvPr>
          <p:cNvSpPr/>
          <p:nvPr/>
        </p:nvSpPr>
        <p:spPr>
          <a:xfrm rot="5400000">
            <a:off x="5968263" y="5079844"/>
            <a:ext cx="282031" cy="539418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80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397D-948C-4742-9896-4A7346C30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BB78D8C7-923B-43D4-8392-1D933B9B9906}"/>
              </a:ext>
            </a:extLst>
          </p:cNvPr>
          <p:cNvSpPr txBox="1">
            <a:spLocks/>
          </p:cNvSpPr>
          <p:nvPr/>
        </p:nvSpPr>
        <p:spPr>
          <a:xfrm>
            <a:off x="203200" y="289827"/>
            <a:ext cx="9664903" cy="3398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7298D9-0148-4F68-9AE2-D4178CEF66F8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C484B6-2E45-EE7A-7EBB-116816AA9E84}"/>
              </a:ext>
            </a:extLst>
          </p:cNvPr>
          <p:cNvGraphicFramePr>
            <a:graphicFrameLocks noGrp="1"/>
          </p:cNvGraphicFramePr>
          <p:nvPr/>
        </p:nvGraphicFramePr>
        <p:xfrm>
          <a:off x="542924" y="1093153"/>
          <a:ext cx="11058524" cy="4869497"/>
        </p:xfrm>
        <a:graphic>
          <a:graphicData uri="http://schemas.openxmlformats.org/drawingml/2006/table">
            <a:tbl>
              <a:tblPr firstRow="1" bandRow="1"/>
              <a:tblGrid>
                <a:gridCol w="1902878">
                  <a:extLst>
                    <a:ext uri="{9D8B030D-6E8A-4147-A177-3AD203B41FA5}">
                      <a16:colId xmlns:a16="http://schemas.microsoft.com/office/drawing/2014/main" val="3692256810"/>
                    </a:ext>
                  </a:extLst>
                </a:gridCol>
                <a:gridCol w="2820961">
                  <a:extLst>
                    <a:ext uri="{9D8B030D-6E8A-4147-A177-3AD203B41FA5}">
                      <a16:colId xmlns:a16="http://schemas.microsoft.com/office/drawing/2014/main" val="1389121738"/>
                    </a:ext>
                  </a:extLst>
                </a:gridCol>
                <a:gridCol w="3040157">
                  <a:extLst>
                    <a:ext uri="{9D8B030D-6E8A-4147-A177-3AD203B41FA5}">
                      <a16:colId xmlns:a16="http://schemas.microsoft.com/office/drawing/2014/main" val="4166036205"/>
                    </a:ext>
                  </a:extLst>
                </a:gridCol>
                <a:gridCol w="3294528">
                  <a:extLst>
                    <a:ext uri="{9D8B030D-6E8A-4147-A177-3AD203B41FA5}">
                      <a16:colId xmlns:a16="http://schemas.microsoft.com/office/drawing/2014/main" val="1976450684"/>
                    </a:ext>
                  </a:extLst>
                </a:gridCol>
              </a:tblGrid>
              <a:tr h="339168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3408"/>
                  </a:ext>
                </a:extLst>
              </a:tr>
              <a:tr h="4530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algn="just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3603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88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5755-F513-DBB5-BA25-2F28927C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896B8-19FC-0625-2FAD-27D1F5A2A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845F5A-061D-4825-9AE9-D7794091C6CF}" type="slidenum">
              <a:rPr lang="en-US" smtClean="0">
                <a:solidFill>
                  <a:schemeClr val="bg1"/>
                </a:solidFill>
              </a:rPr>
              <a:pPr/>
              <a:t>16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Title 3">
            <a:extLst>
              <a:ext uri="{FF2B5EF4-FFF2-40B4-BE49-F238E27FC236}">
                <a16:creationId xmlns:a16="http://schemas.microsoft.com/office/drawing/2014/main" id="{FA8B4F92-599C-7B04-BC0B-3BC79315BCFD}"/>
              </a:ext>
            </a:extLst>
          </p:cNvPr>
          <p:cNvSpPr txBox="1">
            <a:spLocks/>
          </p:cNvSpPr>
          <p:nvPr/>
        </p:nvSpPr>
        <p:spPr>
          <a:xfrm>
            <a:off x="203200" y="289827"/>
            <a:ext cx="9664903" cy="3398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US" sz="20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165B492-FE55-A3D5-9091-0C084DA9E766}"/>
              </a:ext>
            </a:extLst>
          </p:cNvPr>
          <p:cNvSpPr/>
          <p:nvPr/>
        </p:nvSpPr>
        <p:spPr>
          <a:xfrm>
            <a:off x="0" y="139700"/>
            <a:ext cx="203200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ontent Placeholder 13">
            <a:extLst>
              <a:ext uri="{FF2B5EF4-FFF2-40B4-BE49-F238E27FC236}">
                <a16:creationId xmlns:a16="http://schemas.microsoft.com/office/drawing/2014/main" id="{B0CBA78F-A55A-F1B3-9E79-69CB0E7872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364911"/>
              </p:ext>
            </p:extLst>
          </p:nvPr>
        </p:nvGraphicFramePr>
        <p:xfrm>
          <a:off x="203200" y="1224026"/>
          <a:ext cx="11579225" cy="4994275"/>
        </p:xfrm>
        <a:graphic>
          <a:graphicData uri="http://schemas.openxmlformats.org/drawingml/2006/table">
            <a:tbl>
              <a:tblPr firstRow="1" bandRow="1"/>
              <a:tblGrid>
                <a:gridCol w="27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0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7250">
                  <a:extLst>
                    <a:ext uri="{9D8B030D-6E8A-4147-A177-3AD203B41FA5}">
                      <a16:colId xmlns:a16="http://schemas.microsoft.com/office/drawing/2014/main" val="2672609843"/>
                    </a:ext>
                  </a:extLst>
                </a:gridCol>
                <a:gridCol w="3399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991">
                <a:tc grid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200" b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err="1">
                          <a:solidFill>
                            <a:schemeClr val="tx1"/>
                          </a:solidFill>
                          <a:latin typeface="+mn-lt"/>
                        </a:rPr>
                        <a:t>[Text]</a:t>
                      </a:r>
                      <a:endParaRPr lang="en-GB" sz="12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217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 kern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200" dirty="0">
                          <a:latin typeface="+mn-lt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b="1" kern="1200" noProof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[Text]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97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altLang="en-US" sz="1200" dirty="0">
                          <a:latin typeface="+mn-lt"/>
                        </a:rPr>
                        <a:t>[Text]</a:t>
                      </a:r>
                      <a:endParaRPr lang="vi-VN" altLang="en-US" sz="1200" i="1" dirty="0">
                        <a:latin typeface="+mn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2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vi-VN" sz="1200" kern="1200" noProof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33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800" b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GB" sz="1800" b="1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vi-VN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</a:rPr>
                        <a:t>[Text]</a:t>
                      </a:r>
                      <a:endParaRPr lang="en-GB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[Text]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[Text]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GB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[Text]</a:t>
                      </a:r>
                      <a:endParaRPr lang="en-GB" altLang="en-US" sz="12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vi-VN" sz="1200" b="1" kern="0" noProof="1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590820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A0E7CBE-73B6-82DE-75CB-B8D18D8D7512}"/>
              </a:ext>
            </a:extLst>
          </p:cNvPr>
          <p:cNvSpPr txBox="1"/>
          <p:nvPr/>
        </p:nvSpPr>
        <p:spPr>
          <a:xfrm>
            <a:off x="8635601" y="5202118"/>
            <a:ext cx="2724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  <a:p>
            <a:r>
              <a: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352CD-4293-A918-8001-FB4E3D6E7A0C}"/>
              </a:ext>
            </a:extLst>
          </p:cNvPr>
          <p:cNvSpPr txBox="1"/>
          <p:nvPr/>
        </p:nvSpPr>
        <p:spPr>
          <a:xfrm>
            <a:off x="517609" y="6143822"/>
            <a:ext cx="8788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en-GB" sz="1200" b="1" i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455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B3D020E-2D51-463B-9EC1-4C0146E1E86C}"/>
              </a:ext>
            </a:extLst>
          </p:cNvPr>
          <p:cNvSpPr txBox="1">
            <a:spLocks/>
          </p:cNvSpPr>
          <p:nvPr/>
        </p:nvSpPr>
        <p:spPr bwMode="gray">
          <a:xfrm>
            <a:off x="3243943" y="2822685"/>
            <a:ext cx="5704115" cy="5762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44000" tIns="72000" rIns="0" bIns="72000" numCol="1" rtlCol="0" anchor="t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tx2"/>
                </a:solidFill>
                <a:latin typeface="+mj-lt"/>
                <a:ea typeface="+mj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 dirty="0" smtClean="0">
                <a:solidFill>
                  <a:schemeClr val="accent1"/>
                </a:solidFill>
                <a:latin typeface="+mj-lt"/>
                <a:ea typeface="+mj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 ker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9pPr>
          </a:lstStyle>
          <a:p>
            <a:pPr algn="ctr">
              <a:buNone/>
              <a:defRPr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  <a:endParaRPr lang="vi-VN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00E321A-814C-4E51-AA57-EFC98AE9E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750" y="-439175"/>
            <a:ext cx="1816371" cy="18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39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CB_2">
      <a:dk1>
        <a:sysClr val="windowText" lastClr="000000"/>
      </a:dk1>
      <a:lt1>
        <a:sysClr val="window" lastClr="FFFFFF"/>
      </a:lt1>
      <a:dk2>
        <a:srgbClr val="C93E0F"/>
      </a:dk2>
      <a:lt2>
        <a:srgbClr val="E7E6E6"/>
      </a:lt2>
      <a:accent1>
        <a:srgbClr val="17702A"/>
      </a:accent1>
      <a:accent2>
        <a:srgbClr val="4E8C20"/>
      </a:accent2>
      <a:accent3>
        <a:srgbClr val="97A918"/>
      </a:accent3>
      <a:accent4>
        <a:srgbClr val="F6CB0F"/>
      </a:accent4>
      <a:accent5>
        <a:srgbClr val="F08411"/>
      </a:accent5>
      <a:accent6>
        <a:srgbClr val="B2221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64C2AF-4284-2440-AC64-08EB3FD96C7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517c90a-c966-4ef1-b004-c0d5162a1e3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19B74E9DA6448891B34417CFCC545" ma:contentTypeVersion="15" ma:contentTypeDescription="Create a new document." ma:contentTypeScope="" ma:versionID="748f21ddb6f3c83c153c9df2bb39712c">
  <xsd:schema xmlns:xsd="http://www.w3.org/2001/XMLSchema" xmlns:xs="http://www.w3.org/2001/XMLSchema" xmlns:p="http://schemas.microsoft.com/office/2006/metadata/properties" xmlns:ns1="http://schemas.microsoft.com/sharepoint/v3" xmlns:ns2="bc82c6f2-4a9e-4c58-843f-8b76bdededd2" xmlns:ns3="6dc390cf-7251-4b44-af3d-71d239680a1d" targetNamespace="http://schemas.microsoft.com/office/2006/metadata/properties" ma:root="true" ma:fieldsID="28ce3f7229f97ba523b26332715df02b" ns1:_="" ns2:_="" ns3:_="">
    <xsd:import namespace="http://schemas.microsoft.com/sharepoint/v3"/>
    <xsd:import namespace="bc82c6f2-4a9e-4c58-843f-8b76bdededd2"/>
    <xsd:import namespace="6dc390cf-7251-4b44-af3d-71d239680a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2c6f2-4a9e-4c58-843f-8b76bdede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f27e54a-bce4-4de2-8305-f5d733cdee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390cf-7251-4b44-af3d-71d239680a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90560dd3-d8e2-4325-9b75-e9139ae29f98}" ma:internalName="TaxCatchAll" ma:showField="CatchAllData" ma:web="6dc390cf-7251-4b44-af3d-71d239680a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bc82c6f2-4a9e-4c58-843f-8b76bdededd2">
      <Terms xmlns="http://schemas.microsoft.com/office/infopath/2007/PartnerControls"/>
    </lcf76f155ced4ddcb4097134ff3c332f>
    <TaxCatchAll xmlns="6dc390cf-7251-4b44-af3d-71d239680a1d" xsi:nil="true"/>
  </documentManagement>
</p:properties>
</file>

<file path=customXml/itemProps1.xml><?xml version="1.0" encoding="utf-8"?>
<ds:datastoreItem xmlns:ds="http://schemas.openxmlformats.org/officeDocument/2006/customXml" ds:itemID="{66508893-96AB-4C3E-82FD-C1A37A7B2B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c82c6f2-4a9e-4c58-843f-8b76bdededd2"/>
    <ds:schemaRef ds:uri="6dc390cf-7251-4b44-af3d-71d239680a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7FF573-59B9-4146-BFD5-681AFFD772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E5DD8B-A3CE-4B6E-9D4B-0697301196D9}">
  <ds:schemaRefs>
    <ds:schemaRef ds:uri="http://purl.org/dc/terms/"/>
    <ds:schemaRef ds:uri="6dc390cf-7251-4b44-af3d-71d239680a1d"/>
    <ds:schemaRef ds:uri="bc82c6f2-4a9e-4c58-843f-8b76bdededd2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1138</Words>
  <Application>Microsoft Macintosh PowerPoint</Application>
  <PresentationFormat>Widescreen</PresentationFormat>
  <Paragraphs>352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THE NINH (Credit Risk Management - HO)</dc:creator>
  <cp:lastModifiedBy>Minh Bui</cp:lastModifiedBy>
  <cp:revision>3</cp:revision>
  <dcterms:created xsi:type="dcterms:W3CDTF">2022-09-21T02:50:36Z</dcterms:created>
  <dcterms:modified xsi:type="dcterms:W3CDTF">2026-06-24T03:51:17Z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0x010100D3A19B74E9DA6448891B34417CFCC545</vt:lpwstr>
  </property>
</Properties>
</file>